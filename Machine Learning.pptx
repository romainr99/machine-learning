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9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6858000" cy="9144000"/>
  <p:embeddedFontLst>
    <p:embeddedFont>
      <p:font typeface="Assistant"/>
      <p:regular r:id="rId64"/>
      <p:bold r:id="rId65"/>
    </p:embeddedFont>
    <p:embeddedFont>
      <p:font typeface="Roboto Condensed"/>
      <p:regular r:id="rId66"/>
      <p:bold r:id="rId67"/>
      <p:italic r:id="rId68"/>
      <p:boldItalic r:id="rId69"/>
    </p:embeddedFont>
    <p:embeddedFont>
      <p:font typeface="Allerta Stencil"/>
      <p:regular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1" roundtripDataSignature="AMtx7mj6Zi8cAmVVnWf4cMlVDtlhBJn3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customschemas.google.com/relationships/presentationmetadata" Target="metadata"/><Relationship Id="rId70" Type="http://schemas.openxmlformats.org/officeDocument/2006/relationships/font" Target="fonts/AllertaStencil-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Assistant-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Condensed-regular.fntdata"/><Relationship Id="rId21" Type="http://schemas.openxmlformats.org/officeDocument/2006/relationships/slide" Target="slides/slide16.xml"/><Relationship Id="rId65" Type="http://schemas.openxmlformats.org/officeDocument/2006/relationships/font" Target="fonts/Assistant-bold.fntdata"/><Relationship Id="rId24" Type="http://schemas.openxmlformats.org/officeDocument/2006/relationships/slide" Target="slides/slide19.xml"/><Relationship Id="rId68" Type="http://schemas.openxmlformats.org/officeDocument/2006/relationships/font" Target="fonts/RobotoCondensed-italic.fntdata"/><Relationship Id="rId23" Type="http://schemas.openxmlformats.org/officeDocument/2006/relationships/slide" Target="slides/slide18.xml"/><Relationship Id="rId67" Type="http://schemas.openxmlformats.org/officeDocument/2006/relationships/font" Target="fonts/RobotoCondensed-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Condensed-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7" name="Shape 2287"/>
        <p:cNvGrpSpPr/>
        <p:nvPr/>
      </p:nvGrpSpPr>
      <p:grpSpPr>
        <a:xfrm>
          <a:off x="0" y="0"/>
          <a:ext cx="0" cy="0"/>
          <a:chOff x="0" y="0"/>
          <a:chExt cx="0" cy="0"/>
        </a:xfrm>
      </p:grpSpPr>
      <p:sp>
        <p:nvSpPr>
          <p:cNvPr id="2288" name="Google Shape;228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9" name="Google Shape;22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6" name="Shape 2296"/>
        <p:cNvGrpSpPr/>
        <p:nvPr/>
      </p:nvGrpSpPr>
      <p:grpSpPr>
        <a:xfrm>
          <a:off x="0" y="0"/>
          <a:ext cx="0" cy="0"/>
          <a:chOff x="0" y="0"/>
          <a:chExt cx="0" cy="0"/>
        </a:xfrm>
      </p:grpSpPr>
      <p:sp>
        <p:nvSpPr>
          <p:cNvPr id="2297" name="Google Shape;229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8" name="Google Shape;22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4" name="Google Shape;230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9" name="Shape 2309"/>
        <p:cNvGrpSpPr/>
        <p:nvPr/>
      </p:nvGrpSpPr>
      <p:grpSpPr>
        <a:xfrm>
          <a:off x="0" y="0"/>
          <a:ext cx="0" cy="0"/>
          <a:chOff x="0" y="0"/>
          <a:chExt cx="0" cy="0"/>
        </a:xfrm>
      </p:grpSpPr>
      <p:sp>
        <p:nvSpPr>
          <p:cNvPr id="2310" name="Google Shape;2310;g2c68a69f3f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1" name="Google Shape;2311;g2c68a69f3f9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5" name="Shape 2315"/>
        <p:cNvGrpSpPr/>
        <p:nvPr/>
      </p:nvGrpSpPr>
      <p:grpSpPr>
        <a:xfrm>
          <a:off x="0" y="0"/>
          <a:ext cx="0" cy="0"/>
          <a:chOff x="0" y="0"/>
          <a:chExt cx="0" cy="0"/>
        </a:xfrm>
      </p:grpSpPr>
      <p:sp>
        <p:nvSpPr>
          <p:cNvPr id="2316" name="Google Shape;2316;g2c68a69f3f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7" name="Google Shape;2317;g2c68a69f3f9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2c68a69f3f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4" name="Google Shape;2324;g2c68a69f3f9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9" name="Shape 2329"/>
        <p:cNvGrpSpPr/>
        <p:nvPr/>
      </p:nvGrpSpPr>
      <p:grpSpPr>
        <a:xfrm>
          <a:off x="0" y="0"/>
          <a:ext cx="0" cy="0"/>
          <a:chOff x="0" y="0"/>
          <a:chExt cx="0" cy="0"/>
        </a:xfrm>
      </p:grpSpPr>
      <p:sp>
        <p:nvSpPr>
          <p:cNvPr id="2330" name="Google Shape;2330;g2c68a69f3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1" name="Google Shape;2331;g2c68a69f3f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2c663cccce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8" name="Google Shape;2338;g2c663cccce7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4" name="Shape 2344"/>
        <p:cNvGrpSpPr/>
        <p:nvPr/>
      </p:nvGrpSpPr>
      <p:grpSpPr>
        <a:xfrm>
          <a:off x="0" y="0"/>
          <a:ext cx="0" cy="0"/>
          <a:chOff x="0" y="0"/>
          <a:chExt cx="0" cy="0"/>
        </a:xfrm>
      </p:grpSpPr>
      <p:sp>
        <p:nvSpPr>
          <p:cNvPr id="2345" name="Google Shape;2345;g2c663cccce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6" name="Google Shape;2346;g2c663cccce7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g2c663cccce7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3" name="Google Shape;2353;g2c663cccce7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g2c663cccce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0" name="Google Shape;2360;g2c663cccce7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5" name="Shape 2365"/>
        <p:cNvGrpSpPr/>
        <p:nvPr/>
      </p:nvGrpSpPr>
      <p:grpSpPr>
        <a:xfrm>
          <a:off x="0" y="0"/>
          <a:ext cx="0" cy="0"/>
          <a:chOff x="0" y="0"/>
          <a:chExt cx="0" cy="0"/>
        </a:xfrm>
      </p:grpSpPr>
      <p:sp>
        <p:nvSpPr>
          <p:cNvPr id="2366" name="Google Shape;2366;g2c663cccce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7" name="Google Shape;2367;g2c663cccce7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1" name="Shape 2371"/>
        <p:cNvGrpSpPr/>
        <p:nvPr/>
      </p:nvGrpSpPr>
      <p:grpSpPr>
        <a:xfrm>
          <a:off x="0" y="0"/>
          <a:ext cx="0" cy="0"/>
          <a:chOff x="0" y="0"/>
          <a:chExt cx="0" cy="0"/>
        </a:xfrm>
      </p:grpSpPr>
      <p:sp>
        <p:nvSpPr>
          <p:cNvPr id="2372" name="Google Shape;2372;g2c663cccce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3" name="Google Shape;2373;g2c663cccce7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8" name="Shape 2378"/>
        <p:cNvGrpSpPr/>
        <p:nvPr/>
      </p:nvGrpSpPr>
      <p:grpSpPr>
        <a:xfrm>
          <a:off x="0" y="0"/>
          <a:ext cx="0" cy="0"/>
          <a:chOff x="0" y="0"/>
          <a:chExt cx="0" cy="0"/>
        </a:xfrm>
      </p:grpSpPr>
      <p:sp>
        <p:nvSpPr>
          <p:cNvPr id="2379" name="Google Shape;2379;g2c663cccce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0" name="Google Shape;2380;g2c663cccce7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5" name="Shape 2385"/>
        <p:cNvGrpSpPr/>
        <p:nvPr/>
      </p:nvGrpSpPr>
      <p:grpSpPr>
        <a:xfrm>
          <a:off x="0" y="0"/>
          <a:ext cx="0" cy="0"/>
          <a:chOff x="0" y="0"/>
          <a:chExt cx="0" cy="0"/>
        </a:xfrm>
      </p:grpSpPr>
      <p:sp>
        <p:nvSpPr>
          <p:cNvPr id="2386" name="Google Shape;2386;g2c663cccce7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7" name="Google Shape;2387;g2c663cccce7_0_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g2c663cccce7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7" name="Google Shape;2397;g2c663cccce7_0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g2c663cccce7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4" name="Google Shape;2404;g2c663cccce7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8" name="Shape 2408"/>
        <p:cNvGrpSpPr/>
        <p:nvPr/>
      </p:nvGrpSpPr>
      <p:grpSpPr>
        <a:xfrm>
          <a:off x="0" y="0"/>
          <a:ext cx="0" cy="0"/>
          <a:chOff x="0" y="0"/>
          <a:chExt cx="0" cy="0"/>
        </a:xfrm>
      </p:grpSpPr>
      <p:sp>
        <p:nvSpPr>
          <p:cNvPr id="2409" name="Google Shape;2409;g2c663cccce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0" name="Google Shape;2410;g2c663cccce7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g2c85b1310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6" name="Google Shape;2416;g2c85b13102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1" name="Shape 2421"/>
        <p:cNvGrpSpPr/>
        <p:nvPr/>
      </p:nvGrpSpPr>
      <p:grpSpPr>
        <a:xfrm>
          <a:off x="0" y="0"/>
          <a:ext cx="0" cy="0"/>
          <a:chOff x="0" y="0"/>
          <a:chExt cx="0" cy="0"/>
        </a:xfrm>
      </p:grpSpPr>
      <p:sp>
        <p:nvSpPr>
          <p:cNvPr id="2422" name="Google Shape;2422;g2c85b13102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3" name="Google Shape;2423;g2c85b13102e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8" name="Shape 2428"/>
        <p:cNvGrpSpPr/>
        <p:nvPr/>
      </p:nvGrpSpPr>
      <p:grpSpPr>
        <a:xfrm>
          <a:off x="0" y="0"/>
          <a:ext cx="0" cy="0"/>
          <a:chOff x="0" y="0"/>
          <a:chExt cx="0" cy="0"/>
        </a:xfrm>
      </p:grpSpPr>
      <p:sp>
        <p:nvSpPr>
          <p:cNvPr id="2429" name="Google Shape;2429;g2c85b13102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0" name="Google Shape;2430;g2c85b13102e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5" name="Shape 2435"/>
        <p:cNvGrpSpPr/>
        <p:nvPr/>
      </p:nvGrpSpPr>
      <p:grpSpPr>
        <a:xfrm>
          <a:off x="0" y="0"/>
          <a:ext cx="0" cy="0"/>
          <a:chOff x="0" y="0"/>
          <a:chExt cx="0" cy="0"/>
        </a:xfrm>
      </p:grpSpPr>
      <p:sp>
        <p:nvSpPr>
          <p:cNvPr id="2436" name="Google Shape;2436;g2c85b13102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7" name="Google Shape;2437;g2c85b13102e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2" name="Shape 2442"/>
        <p:cNvGrpSpPr/>
        <p:nvPr/>
      </p:nvGrpSpPr>
      <p:grpSpPr>
        <a:xfrm>
          <a:off x="0" y="0"/>
          <a:ext cx="0" cy="0"/>
          <a:chOff x="0" y="0"/>
          <a:chExt cx="0" cy="0"/>
        </a:xfrm>
      </p:grpSpPr>
      <p:sp>
        <p:nvSpPr>
          <p:cNvPr id="2443" name="Google Shape;2443;g2c85b13102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4" name="Google Shape;2444;g2c85b13102e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8" name="Shape 2448"/>
        <p:cNvGrpSpPr/>
        <p:nvPr/>
      </p:nvGrpSpPr>
      <p:grpSpPr>
        <a:xfrm>
          <a:off x="0" y="0"/>
          <a:ext cx="0" cy="0"/>
          <a:chOff x="0" y="0"/>
          <a:chExt cx="0" cy="0"/>
        </a:xfrm>
      </p:grpSpPr>
      <p:sp>
        <p:nvSpPr>
          <p:cNvPr id="2449" name="Google Shape;2449;g2c85b13102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0" name="Google Shape;2450;g2c85b13102e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4" name="Shape 2454"/>
        <p:cNvGrpSpPr/>
        <p:nvPr/>
      </p:nvGrpSpPr>
      <p:grpSpPr>
        <a:xfrm>
          <a:off x="0" y="0"/>
          <a:ext cx="0" cy="0"/>
          <a:chOff x="0" y="0"/>
          <a:chExt cx="0" cy="0"/>
        </a:xfrm>
      </p:grpSpPr>
      <p:sp>
        <p:nvSpPr>
          <p:cNvPr id="2455" name="Google Shape;245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6" name="Google Shape;245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1" name="Shape 2461"/>
        <p:cNvGrpSpPr/>
        <p:nvPr/>
      </p:nvGrpSpPr>
      <p:grpSpPr>
        <a:xfrm>
          <a:off x="0" y="0"/>
          <a:ext cx="0" cy="0"/>
          <a:chOff x="0" y="0"/>
          <a:chExt cx="0" cy="0"/>
        </a:xfrm>
      </p:grpSpPr>
      <p:sp>
        <p:nvSpPr>
          <p:cNvPr id="2462" name="Google Shape;246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3" name="Google Shape;246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8" name="Shape 2468"/>
        <p:cNvGrpSpPr/>
        <p:nvPr/>
      </p:nvGrpSpPr>
      <p:grpSpPr>
        <a:xfrm>
          <a:off x="0" y="0"/>
          <a:ext cx="0" cy="0"/>
          <a:chOff x="0" y="0"/>
          <a:chExt cx="0" cy="0"/>
        </a:xfrm>
      </p:grpSpPr>
      <p:sp>
        <p:nvSpPr>
          <p:cNvPr id="2469" name="Google Shape;2469;g2c663cccce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0" name="Google Shape;2470;g2c663cccce7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g2c663cccce7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8" name="Google Shape;2478;g2c663cccce7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3" name="Shape 2483"/>
        <p:cNvGrpSpPr/>
        <p:nvPr/>
      </p:nvGrpSpPr>
      <p:grpSpPr>
        <a:xfrm>
          <a:off x="0" y="0"/>
          <a:ext cx="0" cy="0"/>
          <a:chOff x="0" y="0"/>
          <a:chExt cx="0" cy="0"/>
        </a:xfrm>
      </p:grpSpPr>
      <p:sp>
        <p:nvSpPr>
          <p:cNvPr id="2484" name="Google Shape;2484;g2c663cccce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5" name="Google Shape;2485;g2c663cccce7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9" name="Shape 2489"/>
        <p:cNvGrpSpPr/>
        <p:nvPr/>
      </p:nvGrpSpPr>
      <p:grpSpPr>
        <a:xfrm>
          <a:off x="0" y="0"/>
          <a:ext cx="0" cy="0"/>
          <a:chOff x="0" y="0"/>
          <a:chExt cx="0" cy="0"/>
        </a:xfrm>
      </p:grpSpPr>
      <p:sp>
        <p:nvSpPr>
          <p:cNvPr id="2490" name="Google Shape;249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1" name="Google Shape;24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8" name="Google Shape;249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2" name="Shape 2502"/>
        <p:cNvGrpSpPr/>
        <p:nvPr/>
      </p:nvGrpSpPr>
      <p:grpSpPr>
        <a:xfrm>
          <a:off x="0" y="0"/>
          <a:ext cx="0" cy="0"/>
          <a:chOff x="0" y="0"/>
          <a:chExt cx="0" cy="0"/>
        </a:xfrm>
      </p:grpSpPr>
      <p:sp>
        <p:nvSpPr>
          <p:cNvPr id="2503" name="Google Shape;2503;g2c663cccce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4" name="Google Shape;2504;g2c663cccce7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g2c663cccce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1" name="Google Shape;2511;g2c663cccce7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6" name="Shape 2516"/>
        <p:cNvGrpSpPr/>
        <p:nvPr/>
      </p:nvGrpSpPr>
      <p:grpSpPr>
        <a:xfrm>
          <a:off x="0" y="0"/>
          <a:ext cx="0" cy="0"/>
          <a:chOff x="0" y="0"/>
          <a:chExt cx="0" cy="0"/>
        </a:xfrm>
      </p:grpSpPr>
      <p:sp>
        <p:nvSpPr>
          <p:cNvPr id="2517" name="Google Shape;2517;g2c663cccce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8" name="Google Shape;2518;g2c663cccce7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2" name="Shape 2522"/>
        <p:cNvGrpSpPr/>
        <p:nvPr/>
      </p:nvGrpSpPr>
      <p:grpSpPr>
        <a:xfrm>
          <a:off x="0" y="0"/>
          <a:ext cx="0" cy="0"/>
          <a:chOff x="0" y="0"/>
          <a:chExt cx="0" cy="0"/>
        </a:xfrm>
      </p:grpSpPr>
      <p:sp>
        <p:nvSpPr>
          <p:cNvPr id="2523" name="Google Shape;2523;g2c663cccce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4" name="Google Shape;2524;g2c663cccce7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8" name="Shape 2528"/>
        <p:cNvGrpSpPr/>
        <p:nvPr/>
      </p:nvGrpSpPr>
      <p:grpSpPr>
        <a:xfrm>
          <a:off x="0" y="0"/>
          <a:ext cx="0" cy="0"/>
          <a:chOff x="0" y="0"/>
          <a:chExt cx="0" cy="0"/>
        </a:xfrm>
      </p:grpSpPr>
      <p:sp>
        <p:nvSpPr>
          <p:cNvPr id="2529" name="Google Shape;2529;g2d0721f6d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0" name="Google Shape;2530;g2d0721f6dc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5" name="Shape 2535"/>
        <p:cNvGrpSpPr/>
        <p:nvPr/>
      </p:nvGrpSpPr>
      <p:grpSpPr>
        <a:xfrm>
          <a:off x="0" y="0"/>
          <a:ext cx="0" cy="0"/>
          <a:chOff x="0" y="0"/>
          <a:chExt cx="0" cy="0"/>
        </a:xfrm>
      </p:grpSpPr>
      <p:sp>
        <p:nvSpPr>
          <p:cNvPr id="2536" name="Google Shape;2536;g2d0721f6dc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7" name="Google Shape;2537;g2d0721f6dcf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5" name="Shape 2545"/>
        <p:cNvGrpSpPr/>
        <p:nvPr/>
      </p:nvGrpSpPr>
      <p:grpSpPr>
        <a:xfrm>
          <a:off x="0" y="0"/>
          <a:ext cx="0" cy="0"/>
          <a:chOff x="0" y="0"/>
          <a:chExt cx="0" cy="0"/>
        </a:xfrm>
      </p:grpSpPr>
      <p:sp>
        <p:nvSpPr>
          <p:cNvPr id="2546" name="Google Shape;2546;g2d0721f6dc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7" name="Google Shape;2547;g2d0721f6dcf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3" name="Shape 2553"/>
        <p:cNvGrpSpPr/>
        <p:nvPr/>
      </p:nvGrpSpPr>
      <p:grpSpPr>
        <a:xfrm>
          <a:off x="0" y="0"/>
          <a:ext cx="0" cy="0"/>
          <a:chOff x="0" y="0"/>
          <a:chExt cx="0" cy="0"/>
        </a:xfrm>
      </p:grpSpPr>
      <p:sp>
        <p:nvSpPr>
          <p:cNvPr id="2554" name="Google Shape;2554;g2d0721f6dc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5" name="Google Shape;2555;g2d0721f6dcf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2" name="Shape 2562"/>
        <p:cNvGrpSpPr/>
        <p:nvPr/>
      </p:nvGrpSpPr>
      <p:grpSpPr>
        <a:xfrm>
          <a:off x="0" y="0"/>
          <a:ext cx="0" cy="0"/>
          <a:chOff x="0" y="0"/>
          <a:chExt cx="0" cy="0"/>
        </a:xfrm>
      </p:grpSpPr>
      <p:sp>
        <p:nvSpPr>
          <p:cNvPr id="2563" name="Google Shape;2563;g2d0721f6dc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4" name="Google Shape;2564;g2d0721f6dcf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9" name="Shape 2569"/>
        <p:cNvGrpSpPr/>
        <p:nvPr/>
      </p:nvGrpSpPr>
      <p:grpSpPr>
        <a:xfrm>
          <a:off x="0" y="0"/>
          <a:ext cx="0" cy="0"/>
          <a:chOff x="0" y="0"/>
          <a:chExt cx="0" cy="0"/>
        </a:xfrm>
      </p:grpSpPr>
      <p:sp>
        <p:nvSpPr>
          <p:cNvPr id="2570" name="Google Shape;2570;g2d0721f6dc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1" name="Google Shape;2571;g2d0721f6dcf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g2d07a28d68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4" name="Google Shape;2584;g2d07a28d687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g2d07a28d68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5" name="Google Shape;2595;g2d07a28d687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0" name="Shape 2600"/>
        <p:cNvGrpSpPr/>
        <p:nvPr/>
      </p:nvGrpSpPr>
      <p:grpSpPr>
        <a:xfrm>
          <a:off x="0" y="0"/>
          <a:ext cx="0" cy="0"/>
          <a:chOff x="0" y="0"/>
          <a:chExt cx="0" cy="0"/>
        </a:xfrm>
      </p:grpSpPr>
      <p:sp>
        <p:nvSpPr>
          <p:cNvPr id="2601" name="Google Shape;2601;g2d07a28d68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2" name="Google Shape;2602;g2d07a28d68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6" name="Shape 2606"/>
        <p:cNvGrpSpPr/>
        <p:nvPr/>
      </p:nvGrpSpPr>
      <p:grpSpPr>
        <a:xfrm>
          <a:off x="0" y="0"/>
          <a:ext cx="0" cy="0"/>
          <a:chOff x="0" y="0"/>
          <a:chExt cx="0" cy="0"/>
        </a:xfrm>
      </p:grpSpPr>
      <p:sp>
        <p:nvSpPr>
          <p:cNvPr id="2607" name="Google Shape;2607;g2d07a28d68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8" name="Google Shape;2608;g2d07a28d687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g2d07a28d68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6" name="Google Shape;2616;g2d07a28d687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1" name="Shape 2621"/>
        <p:cNvGrpSpPr/>
        <p:nvPr/>
      </p:nvGrpSpPr>
      <p:grpSpPr>
        <a:xfrm>
          <a:off x="0" y="0"/>
          <a:ext cx="0" cy="0"/>
          <a:chOff x="0" y="0"/>
          <a:chExt cx="0" cy="0"/>
        </a:xfrm>
      </p:grpSpPr>
      <p:sp>
        <p:nvSpPr>
          <p:cNvPr id="2622" name="Google Shape;2622;g2d07a28d68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3" name="Google Shape;2623;g2d07a28d687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8" name="Shape 2628"/>
        <p:cNvGrpSpPr/>
        <p:nvPr/>
      </p:nvGrpSpPr>
      <p:grpSpPr>
        <a:xfrm>
          <a:off x="0" y="0"/>
          <a:ext cx="0" cy="0"/>
          <a:chOff x="0" y="0"/>
          <a:chExt cx="0" cy="0"/>
        </a:xfrm>
      </p:grpSpPr>
      <p:sp>
        <p:nvSpPr>
          <p:cNvPr id="2629" name="Google Shape;2629;g2d07a28d68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0" name="Google Shape;2630;g2d07a28d687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g2d0dcd46d5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7" name="Google Shape;2637;g2d0dcd46d59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2" name="Shape 2642"/>
        <p:cNvGrpSpPr/>
        <p:nvPr/>
      </p:nvGrpSpPr>
      <p:grpSpPr>
        <a:xfrm>
          <a:off x="0" y="0"/>
          <a:ext cx="0" cy="0"/>
          <a:chOff x="0" y="0"/>
          <a:chExt cx="0" cy="0"/>
        </a:xfrm>
      </p:grpSpPr>
      <p:sp>
        <p:nvSpPr>
          <p:cNvPr id="2643" name="Google Shape;2643;g2d0dcd46d5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4" name="Google Shape;2644;g2d0dcd46d59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g2d0dd405f0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0" name="Google Shape;2650;g2d0dd405f0b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4" name="Shape 2654"/>
        <p:cNvGrpSpPr/>
        <p:nvPr/>
      </p:nvGrpSpPr>
      <p:grpSpPr>
        <a:xfrm>
          <a:off x="0" y="0"/>
          <a:ext cx="0" cy="0"/>
          <a:chOff x="0" y="0"/>
          <a:chExt cx="0" cy="0"/>
        </a:xfrm>
      </p:grpSpPr>
      <p:sp>
        <p:nvSpPr>
          <p:cNvPr id="2655" name="Google Shape;2655;g2d0dd405f0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6" name="Google Shape;2656;g2d0dd405f0b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1" name="Shape 2661"/>
        <p:cNvGrpSpPr/>
        <p:nvPr/>
      </p:nvGrpSpPr>
      <p:grpSpPr>
        <a:xfrm>
          <a:off x="0" y="0"/>
          <a:ext cx="0" cy="0"/>
          <a:chOff x="0" y="0"/>
          <a:chExt cx="0" cy="0"/>
        </a:xfrm>
      </p:grpSpPr>
      <p:sp>
        <p:nvSpPr>
          <p:cNvPr id="2662" name="Google Shape;2662;g2d0dd405f0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3" name="Google Shape;2663;g2d0dd405f0b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8" name="Shape 2668"/>
        <p:cNvGrpSpPr/>
        <p:nvPr/>
      </p:nvGrpSpPr>
      <p:grpSpPr>
        <a:xfrm>
          <a:off x="0" y="0"/>
          <a:ext cx="0" cy="0"/>
          <a:chOff x="0" y="0"/>
          <a:chExt cx="0" cy="0"/>
        </a:xfrm>
      </p:grpSpPr>
      <p:sp>
        <p:nvSpPr>
          <p:cNvPr id="2669" name="Google Shape;2669;g2d0dd405f0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0" name="Google Shape;2670;g2d0dd405f0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6" name="Shape 2676"/>
        <p:cNvGrpSpPr/>
        <p:nvPr/>
      </p:nvGrpSpPr>
      <p:grpSpPr>
        <a:xfrm>
          <a:off x="0" y="0"/>
          <a:ext cx="0" cy="0"/>
          <a:chOff x="0" y="0"/>
          <a:chExt cx="0" cy="0"/>
        </a:xfrm>
      </p:grpSpPr>
      <p:sp>
        <p:nvSpPr>
          <p:cNvPr id="2677" name="Google Shape;2677;g2d0dd405f0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8" name="Google Shape;2678;g2d0dd405f0b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3" name="Shape 2683"/>
        <p:cNvGrpSpPr/>
        <p:nvPr/>
      </p:nvGrpSpPr>
      <p:grpSpPr>
        <a:xfrm>
          <a:off x="0" y="0"/>
          <a:ext cx="0" cy="0"/>
          <a:chOff x="0" y="0"/>
          <a:chExt cx="0" cy="0"/>
        </a:xfrm>
      </p:grpSpPr>
      <p:sp>
        <p:nvSpPr>
          <p:cNvPr id="2684" name="Google Shape;2684;g2d0dd405f0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5" name="Google Shape;2685;g2d0dd405f0b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0" name="Shape 2690"/>
        <p:cNvGrpSpPr/>
        <p:nvPr/>
      </p:nvGrpSpPr>
      <p:grpSpPr>
        <a:xfrm>
          <a:off x="0" y="0"/>
          <a:ext cx="0" cy="0"/>
          <a:chOff x="0" y="0"/>
          <a:chExt cx="0" cy="0"/>
        </a:xfrm>
      </p:grpSpPr>
      <p:sp>
        <p:nvSpPr>
          <p:cNvPr id="2691" name="Google Shape;2691;g2d0dd405f0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2" name="Google Shape;2692;g2d0dd405f0b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7" name="Shape 2697"/>
        <p:cNvGrpSpPr/>
        <p:nvPr/>
      </p:nvGrpSpPr>
      <p:grpSpPr>
        <a:xfrm>
          <a:off x="0" y="0"/>
          <a:ext cx="0" cy="0"/>
          <a:chOff x="0" y="0"/>
          <a:chExt cx="0" cy="0"/>
        </a:xfrm>
      </p:grpSpPr>
      <p:sp>
        <p:nvSpPr>
          <p:cNvPr id="2698" name="Google Shape;269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9" name="Google Shape;269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36"/>
          <p:cNvPicPr preferRelativeResize="0"/>
          <p:nvPr/>
        </p:nvPicPr>
        <p:blipFill rotWithShape="1">
          <a:blip r:embed="rId2">
            <a:alphaModFix/>
          </a:blip>
          <a:srcRect b="8572" l="1018" r="918" t="8671"/>
          <a:stretch/>
        </p:blipFill>
        <p:spPr>
          <a:xfrm>
            <a:off x="0" y="0"/>
            <a:ext cx="9135475" cy="5138025"/>
          </a:xfrm>
          <a:prstGeom prst="rect">
            <a:avLst/>
          </a:prstGeom>
          <a:noFill/>
          <a:ln>
            <a:noFill/>
          </a:ln>
        </p:spPr>
      </p:pic>
      <p:sp>
        <p:nvSpPr>
          <p:cNvPr id="10" name="Google Shape;10;p36"/>
          <p:cNvSpPr txBox="1"/>
          <p:nvPr>
            <p:ph type="ctrTitle"/>
          </p:nvPr>
        </p:nvSpPr>
        <p:spPr>
          <a:xfrm>
            <a:off x="720000" y="1599625"/>
            <a:ext cx="7704000" cy="1416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6"/>
          <p:cNvSpPr txBox="1"/>
          <p:nvPr>
            <p:ph idx="1" type="subTitle"/>
          </p:nvPr>
        </p:nvSpPr>
        <p:spPr>
          <a:xfrm>
            <a:off x="1756050" y="3147588"/>
            <a:ext cx="5631900" cy="478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2" name="Google Shape;12;p36"/>
          <p:cNvGrpSpPr/>
          <p:nvPr/>
        </p:nvGrpSpPr>
        <p:grpSpPr>
          <a:xfrm>
            <a:off x="-356890" y="122952"/>
            <a:ext cx="9857793" cy="4897599"/>
            <a:chOff x="-356890" y="122952"/>
            <a:chExt cx="9857793" cy="4897599"/>
          </a:xfrm>
        </p:grpSpPr>
        <p:grpSp>
          <p:nvGrpSpPr>
            <p:cNvPr id="13" name="Google Shape;13;p36"/>
            <p:cNvGrpSpPr/>
            <p:nvPr/>
          </p:nvGrpSpPr>
          <p:grpSpPr>
            <a:xfrm>
              <a:off x="7347106" y="4564656"/>
              <a:ext cx="2153797" cy="455895"/>
              <a:chOff x="4630756" y="1700569"/>
              <a:chExt cx="2153797" cy="455895"/>
            </a:xfrm>
          </p:grpSpPr>
          <p:sp>
            <p:nvSpPr>
              <p:cNvPr id="14" name="Google Shape;14;p36"/>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 name="Google Shape;15;p36"/>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 name="Google Shape;16;p36"/>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 name="Google Shape;17;p36"/>
            <p:cNvGrpSpPr/>
            <p:nvPr/>
          </p:nvGrpSpPr>
          <p:grpSpPr>
            <a:xfrm>
              <a:off x="-356890" y="122952"/>
              <a:ext cx="2153797" cy="455801"/>
              <a:chOff x="4886735" y="1558927"/>
              <a:chExt cx="2153797" cy="455801"/>
            </a:xfrm>
          </p:grpSpPr>
          <p:sp>
            <p:nvSpPr>
              <p:cNvPr id="18" name="Google Shape;18;p36"/>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 name="Google Shape;19;p36"/>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 name="Google Shape;20;p36"/>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 name="Shape 21"/>
        <p:cNvGrpSpPr/>
        <p:nvPr/>
      </p:nvGrpSpPr>
      <p:grpSpPr>
        <a:xfrm>
          <a:off x="0" y="0"/>
          <a:ext cx="0" cy="0"/>
          <a:chOff x="0" y="0"/>
          <a:chExt cx="0" cy="0"/>
        </a:xfrm>
      </p:grpSpPr>
      <p:pic>
        <p:nvPicPr>
          <p:cNvPr id="22" name="Google Shape;22;p39"/>
          <p:cNvPicPr preferRelativeResize="0"/>
          <p:nvPr/>
        </p:nvPicPr>
        <p:blipFill rotWithShape="1">
          <a:blip r:embed="rId2">
            <a:alphaModFix/>
          </a:blip>
          <a:srcRect b="8581" l="-457" r="932" t="8581"/>
          <a:stretch/>
        </p:blipFill>
        <p:spPr>
          <a:xfrm rot="10800000">
            <a:off x="-43200" y="0"/>
            <a:ext cx="9187200" cy="5143500"/>
          </a:xfrm>
          <a:prstGeom prst="rect">
            <a:avLst/>
          </a:prstGeom>
          <a:noFill/>
          <a:ln>
            <a:noFill/>
          </a:ln>
        </p:spPr>
      </p:pic>
      <p:sp>
        <p:nvSpPr>
          <p:cNvPr id="23" name="Google Shape;23;p39"/>
          <p:cNvSpPr txBox="1"/>
          <p:nvPr>
            <p:ph type="title"/>
          </p:nvPr>
        </p:nvSpPr>
        <p:spPr>
          <a:xfrm>
            <a:off x="1634700" y="1482138"/>
            <a:ext cx="5874600" cy="14391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4200"/>
              <a:buNone/>
              <a:defRPr sz="100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4" name="Google Shape;24;p39"/>
          <p:cNvSpPr txBox="1"/>
          <p:nvPr>
            <p:ph idx="1" type="subTitle"/>
          </p:nvPr>
        </p:nvSpPr>
        <p:spPr>
          <a:xfrm>
            <a:off x="1634700" y="2921238"/>
            <a:ext cx="5874600" cy="74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25" name="Google Shape;25;p39"/>
          <p:cNvGrpSpPr/>
          <p:nvPr/>
        </p:nvGrpSpPr>
        <p:grpSpPr>
          <a:xfrm>
            <a:off x="-911484" y="-299658"/>
            <a:ext cx="10525868" cy="7049992"/>
            <a:chOff x="-911484" y="-299658"/>
            <a:chExt cx="10525868" cy="7049992"/>
          </a:xfrm>
        </p:grpSpPr>
        <p:grpSp>
          <p:nvGrpSpPr>
            <p:cNvPr id="26" name="Google Shape;26;p39"/>
            <p:cNvGrpSpPr/>
            <p:nvPr/>
          </p:nvGrpSpPr>
          <p:grpSpPr>
            <a:xfrm>
              <a:off x="-911484" y="4603505"/>
              <a:ext cx="1631475" cy="2146829"/>
              <a:chOff x="987425" y="941388"/>
              <a:chExt cx="1517651" cy="1997050"/>
            </a:xfrm>
          </p:grpSpPr>
          <p:sp>
            <p:nvSpPr>
              <p:cNvPr id="27" name="Google Shape;27;p39"/>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 name="Google Shape;28;p39"/>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 name="Google Shape;29;p39"/>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0" name="Google Shape;30;p39"/>
            <p:cNvGrpSpPr/>
            <p:nvPr/>
          </p:nvGrpSpPr>
          <p:grpSpPr>
            <a:xfrm>
              <a:off x="7713284" y="1429625"/>
              <a:ext cx="1901100" cy="1646829"/>
              <a:chOff x="2649767" y="0"/>
              <a:chExt cx="1768465" cy="1531934"/>
            </a:xfrm>
          </p:grpSpPr>
          <p:sp>
            <p:nvSpPr>
              <p:cNvPr id="31" name="Google Shape;31;p39"/>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 name="Google Shape;32;p3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 name="Google Shape;33;p39"/>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4" name="Google Shape;34;p39"/>
            <p:cNvGrpSpPr/>
            <p:nvPr/>
          </p:nvGrpSpPr>
          <p:grpSpPr>
            <a:xfrm>
              <a:off x="4063442" y="4568014"/>
              <a:ext cx="1017112" cy="1274803"/>
              <a:chOff x="3406775" y="1971675"/>
              <a:chExt cx="946151" cy="1185863"/>
            </a:xfrm>
          </p:grpSpPr>
          <p:sp>
            <p:nvSpPr>
              <p:cNvPr id="35" name="Google Shape;35;p3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 name="Google Shape;36;p3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 name="Google Shape;37;p3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8" name="Google Shape;38;p39"/>
            <p:cNvGrpSpPr/>
            <p:nvPr/>
          </p:nvGrpSpPr>
          <p:grpSpPr>
            <a:xfrm rot="8100000">
              <a:off x="4144426" y="-97812"/>
              <a:ext cx="855123" cy="686159"/>
              <a:chOff x="3524250" y="2062163"/>
              <a:chExt cx="795400" cy="638237"/>
            </a:xfrm>
          </p:grpSpPr>
          <p:sp>
            <p:nvSpPr>
              <p:cNvPr id="39" name="Google Shape;39;p39"/>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 name="Google Shape;40;p39"/>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 name="Google Shape;41;p39"/>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2" name="Google Shape;42;p39"/>
            <p:cNvGrpSpPr/>
            <p:nvPr/>
          </p:nvGrpSpPr>
          <p:grpSpPr>
            <a:xfrm rot="10800000">
              <a:off x="7224117" y="3966101"/>
              <a:ext cx="1017112" cy="1274803"/>
              <a:chOff x="3406775" y="1971675"/>
              <a:chExt cx="946151" cy="1185863"/>
            </a:xfrm>
          </p:grpSpPr>
          <p:sp>
            <p:nvSpPr>
              <p:cNvPr id="43" name="Google Shape;43;p3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 name="Google Shape;44;p3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 name="Google Shape;45;p3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6" name="Google Shape;46;p39"/>
            <p:cNvGrpSpPr/>
            <p:nvPr/>
          </p:nvGrpSpPr>
          <p:grpSpPr>
            <a:xfrm rot="-5400000">
              <a:off x="8370067" y="283701"/>
              <a:ext cx="1017112" cy="1274803"/>
              <a:chOff x="3406775" y="1971675"/>
              <a:chExt cx="946151" cy="1185863"/>
            </a:xfrm>
          </p:grpSpPr>
          <p:sp>
            <p:nvSpPr>
              <p:cNvPr id="47" name="Google Shape;47;p3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 name="Google Shape;48;p3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 name="Google Shape;49;p3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0" name="Google Shape;50;p39"/>
            <p:cNvGrpSpPr/>
            <p:nvPr/>
          </p:nvGrpSpPr>
          <p:grpSpPr>
            <a:xfrm rot="10800000">
              <a:off x="-732416" y="91035"/>
              <a:ext cx="1901100" cy="1614404"/>
              <a:chOff x="2649767" y="-54524"/>
              <a:chExt cx="1768465" cy="1501771"/>
            </a:xfrm>
          </p:grpSpPr>
          <p:sp>
            <p:nvSpPr>
              <p:cNvPr id="51" name="Google Shape;51;p39"/>
              <p:cNvSpPr/>
              <p:nvPr/>
            </p:nvSpPr>
            <p:spPr>
              <a:xfrm>
                <a:off x="2708493" y="-54524"/>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 name="Google Shape;52;p3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 name="Google Shape;53;p39"/>
              <p:cNvSpPr/>
              <p:nvPr/>
            </p:nvSpPr>
            <p:spPr>
              <a:xfrm>
                <a:off x="2649767" y="1356763"/>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4" name="Google Shape;54;p39"/>
            <p:cNvGrpSpPr/>
            <p:nvPr/>
          </p:nvGrpSpPr>
          <p:grpSpPr>
            <a:xfrm rot="5400000">
              <a:off x="-505212" y="2414709"/>
              <a:ext cx="1017112" cy="1274803"/>
              <a:chOff x="3406775" y="1971675"/>
              <a:chExt cx="946151" cy="1185863"/>
            </a:xfrm>
          </p:grpSpPr>
          <p:sp>
            <p:nvSpPr>
              <p:cNvPr id="55" name="Google Shape;55;p3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 name="Google Shape;56;p3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 name="Google Shape;57;p3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58" name="Shape 58"/>
        <p:cNvGrpSpPr/>
        <p:nvPr/>
      </p:nvGrpSpPr>
      <p:grpSpPr>
        <a:xfrm>
          <a:off x="0" y="0"/>
          <a:ext cx="0" cy="0"/>
          <a:chOff x="0" y="0"/>
          <a:chExt cx="0" cy="0"/>
        </a:xfrm>
      </p:grpSpPr>
      <p:pic>
        <p:nvPicPr>
          <p:cNvPr id="59" name="Google Shape;59;p47"/>
          <p:cNvPicPr preferRelativeResize="0"/>
          <p:nvPr/>
        </p:nvPicPr>
        <p:blipFill rotWithShape="1">
          <a:blip r:embed="rId2">
            <a:alphaModFix/>
          </a:blip>
          <a:srcRect b="8581" l="893" r="922" t="8581"/>
          <a:stretch/>
        </p:blipFill>
        <p:spPr>
          <a:xfrm rot="10800000">
            <a:off x="0" y="-1"/>
            <a:ext cx="9146425" cy="5143500"/>
          </a:xfrm>
          <a:prstGeom prst="rect">
            <a:avLst/>
          </a:prstGeom>
          <a:noFill/>
          <a:ln>
            <a:noFill/>
          </a:ln>
        </p:spPr>
      </p:pic>
      <p:sp>
        <p:nvSpPr>
          <p:cNvPr id="60" name="Google Shape;60;p47"/>
          <p:cNvSpPr txBox="1"/>
          <p:nvPr>
            <p:ph type="ctrTitle"/>
          </p:nvPr>
        </p:nvSpPr>
        <p:spPr>
          <a:xfrm>
            <a:off x="855000" y="909263"/>
            <a:ext cx="4284000" cy="698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5200"/>
              <a:buNone/>
              <a:defRPr sz="6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1" name="Google Shape;61;p47"/>
          <p:cNvSpPr txBox="1"/>
          <p:nvPr>
            <p:ph idx="1" type="subTitle"/>
          </p:nvPr>
        </p:nvSpPr>
        <p:spPr>
          <a:xfrm>
            <a:off x="1004900" y="1739750"/>
            <a:ext cx="2754900" cy="129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62" name="Google Shape;62;p47"/>
          <p:cNvGrpSpPr/>
          <p:nvPr/>
        </p:nvGrpSpPr>
        <p:grpSpPr>
          <a:xfrm>
            <a:off x="-880346" y="-180100"/>
            <a:ext cx="11110743" cy="6702141"/>
            <a:chOff x="-880346" y="-180100"/>
            <a:chExt cx="11110743" cy="6702141"/>
          </a:xfrm>
        </p:grpSpPr>
        <p:grpSp>
          <p:nvGrpSpPr>
            <p:cNvPr id="63" name="Google Shape;63;p47"/>
            <p:cNvGrpSpPr/>
            <p:nvPr/>
          </p:nvGrpSpPr>
          <p:grpSpPr>
            <a:xfrm rot="-2700000">
              <a:off x="105533" y="4132337"/>
              <a:ext cx="616864" cy="614808"/>
              <a:chOff x="2588041" y="-11077"/>
              <a:chExt cx="511959" cy="510252"/>
            </a:xfrm>
          </p:grpSpPr>
          <p:cxnSp>
            <p:nvCxnSpPr>
              <p:cNvPr id="64" name="Google Shape;64;p47"/>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65" name="Google Shape;65;p47"/>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 name="Google Shape;66;p47"/>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7" name="Google Shape;67;p47"/>
            <p:cNvGrpSpPr/>
            <p:nvPr/>
          </p:nvGrpSpPr>
          <p:grpSpPr>
            <a:xfrm>
              <a:off x="3637685" y="4875212"/>
              <a:ext cx="1868687" cy="1646829"/>
              <a:chOff x="2757488" y="0"/>
              <a:chExt cx="1738314" cy="1531934"/>
            </a:xfrm>
          </p:grpSpPr>
          <p:sp>
            <p:nvSpPr>
              <p:cNvPr id="68" name="Google Shape;68;p4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 name="Google Shape;69;p4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 name="Google Shape;70;p4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1" name="Google Shape;71;p47"/>
            <p:cNvGrpSpPr/>
            <p:nvPr/>
          </p:nvGrpSpPr>
          <p:grpSpPr>
            <a:xfrm rot="-8100000">
              <a:off x="169518" y="140759"/>
              <a:ext cx="649282" cy="179386"/>
              <a:chOff x="3525838" y="4135438"/>
              <a:chExt cx="649288" cy="179388"/>
            </a:xfrm>
          </p:grpSpPr>
          <p:sp>
            <p:nvSpPr>
              <p:cNvPr id="72" name="Google Shape;72;p47"/>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 name="Google Shape;73;p47"/>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 name="Google Shape;74;p47"/>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5" name="Google Shape;75;p47"/>
            <p:cNvGrpSpPr/>
            <p:nvPr/>
          </p:nvGrpSpPr>
          <p:grpSpPr>
            <a:xfrm rot="10800000">
              <a:off x="-880346" y="229341"/>
              <a:ext cx="2153797" cy="455895"/>
              <a:chOff x="4630756" y="1700569"/>
              <a:chExt cx="2153797" cy="455895"/>
            </a:xfrm>
          </p:grpSpPr>
          <p:sp>
            <p:nvSpPr>
              <p:cNvPr id="76" name="Google Shape;76;p4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 name="Google Shape;77;p4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 name="Google Shape;78;p4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9" name="Google Shape;79;p47"/>
            <p:cNvGrpSpPr/>
            <p:nvPr/>
          </p:nvGrpSpPr>
          <p:grpSpPr>
            <a:xfrm rot="10800000">
              <a:off x="8076600" y="4211826"/>
              <a:ext cx="2153797" cy="455801"/>
              <a:chOff x="4886735" y="1558927"/>
              <a:chExt cx="2153797" cy="455801"/>
            </a:xfrm>
          </p:grpSpPr>
          <p:sp>
            <p:nvSpPr>
              <p:cNvPr id="80" name="Google Shape;80;p47"/>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 name="Google Shape;81;p47"/>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 name="Google Shape;82;p47"/>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3" name="Google Shape;83;p47"/>
            <p:cNvGrpSpPr/>
            <p:nvPr/>
          </p:nvGrpSpPr>
          <p:grpSpPr>
            <a:xfrm rot="10800000">
              <a:off x="8644952" y="-180100"/>
              <a:ext cx="1017112" cy="1274803"/>
              <a:chOff x="3406775" y="1971675"/>
              <a:chExt cx="946151" cy="1185863"/>
            </a:xfrm>
          </p:grpSpPr>
          <p:sp>
            <p:nvSpPr>
              <p:cNvPr id="84" name="Google Shape;84;p47"/>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 name="Google Shape;85;p47"/>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 name="Google Shape;86;p47"/>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7" name="Google Shape;87;p47"/>
            <p:cNvGrpSpPr/>
            <p:nvPr/>
          </p:nvGrpSpPr>
          <p:grpSpPr>
            <a:xfrm rot="10800000">
              <a:off x="8139798" y="151536"/>
              <a:ext cx="855055" cy="686105"/>
              <a:chOff x="3453366" y="1920396"/>
              <a:chExt cx="795400" cy="638237"/>
            </a:xfrm>
          </p:grpSpPr>
          <p:sp>
            <p:nvSpPr>
              <p:cNvPr id="88" name="Google Shape;88;p47"/>
              <p:cNvSpPr/>
              <p:nvPr/>
            </p:nvSpPr>
            <p:spPr>
              <a:xfrm>
                <a:off x="3483529" y="1948971"/>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 name="Google Shape;89;p47"/>
              <p:cNvSpPr/>
              <p:nvPr/>
            </p:nvSpPr>
            <p:spPr>
              <a:xfrm>
                <a:off x="4189966" y="2499833"/>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 name="Google Shape;90;p47"/>
              <p:cNvSpPr/>
              <p:nvPr/>
            </p:nvSpPr>
            <p:spPr>
              <a:xfrm>
                <a:off x="3453366" y="1920396"/>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91" name="Google Shape;91;p47"/>
          <p:cNvSpPr txBox="1"/>
          <p:nvPr/>
        </p:nvSpPr>
        <p:spPr>
          <a:xfrm>
            <a:off x="991775" y="3236275"/>
            <a:ext cx="3843000" cy="67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ssistant"/>
                <a:ea typeface="Assistant"/>
                <a:cs typeface="Assistant"/>
                <a:sym typeface="Assistant"/>
              </a:rPr>
              <a:t>CREDITS: This presentation template was created by </a:t>
            </a:r>
            <a:r>
              <a:rPr b="1" i="0" lang="en" sz="1200" u="none" cap="none" strike="noStrike">
                <a:solidFill>
                  <a:schemeClr val="dk1"/>
                </a:solidFill>
                <a:uFill>
                  <a:noFill/>
                </a:uFill>
                <a:latin typeface="Assistant"/>
                <a:ea typeface="Assistant"/>
                <a:cs typeface="Assistant"/>
                <a:sym typeface="Assistant"/>
                <a:hlinkClick r:id="rId3">
                  <a:extLst>
                    <a:ext uri="{A12FA001-AC4F-418D-AE19-62706E023703}">
                      <ahyp:hlinkClr val="tx"/>
                    </a:ext>
                  </a:extLst>
                </a:hlinkClick>
              </a:rPr>
              <a:t>Slidesgo</a:t>
            </a:r>
            <a:r>
              <a:rPr b="0" i="0" lang="en" sz="1200" u="none" cap="none" strike="noStrike">
                <a:solidFill>
                  <a:schemeClr val="dk1"/>
                </a:solidFill>
                <a:latin typeface="Assistant"/>
                <a:ea typeface="Assistant"/>
                <a:cs typeface="Assistant"/>
                <a:sym typeface="Assistant"/>
              </a:rPr>
              <a:t>, and includes icons by </a:t>
            </a:r>
            <a:r>
              <a:rPr b="1" i="0" lang="en" sz="1200" u="none" cap="none" strike="noStrike">
                <a:solidFill>
                  <a:schemeClr val="dk1"/>
                </a:solidFill>
                <a:uFill>
                  <a:noFill/>
                </a:uFill>
                <a:latin typeface="Assistant"/>
                <a:ea typeface="Assistant"/>
                <a:cs typeface="Assistant"/>
                <a:sym typeface="Assistant"/>
                <a:hlinkClick r:id="rId4">
                  <a:extLst>
                    <a:ext uri="{A12FA001-AC4F-418D-AE19-62706E023703}">
                      <ahyp:hlinkClr val="tx"/>
                    </a:ext>
                  </a:extLst>
                </a:hlinkClick>
              </a:rPr>
              <a:t>Flaticon</a:t>
            </a:r>
            <a:r>
              <a:rPr b="0" i="0" lang="en" sz="1200" u="none" cap="none" strike="noStrike">
                <a:solidFill>
                  <a:schemeClr val="dk1"/>
                </a:solidFill>
                <a:latin typeface="Assistant"/>
                <a:ea typeface="Assistant"/>
                <a:cs typeface="Assistant"/>
                <a:sym typeface="Assistant"/>
              </a:rPr>
              <a:t>, and infographics &amp; images by </a:t>
            </a:r>
            <a:r>
              <a:rPr b="1" i="0" lang="en" sz="1200" u="none" cap="none" strike="noStrike">
                <a:solidFill>
                  <a:schemeClr val="dk1"/>
                </a:solidFill>
                <a:uFill>
                  <a:noFill/>
                </a:uFill>
                <a:latin typeface="Assistant"/>
                <a:ea typeface="Assistant"/>
                <a:cs typeface="Assistant"/>
                <a:sym typeface="Assistant"/>
                <a:hlinkClick r:id="rId5">
                  <a:extLst>
                    <a:ext uri="{A12FA001-AC4F-418D-AE19-62706E023703}">
                      <ahyp:hlinkClr val="tx"/>
                    </a:ext>
                  </a:extLst>
                </a:hlinkClick>
              </a:rPr>
              <a:t>Freepik</a:t>
            </a:r>
            <a:endParaRPr b="1" i="0" sz="1200" u="none" cap="none" strike="noStrike">
              <a:solidFill>
                <a:schemeClr val="dk1"/>
              </a:solidFill>
              <a:latin typeface="Assistant"/>
              <a:ea typeface="Assistant"/>
              <a:cs typeface="Assistant"/>
              <a:sym typeface="Assistan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_1_1_1_1_1_1_1">
    <p:spTree>
      <p:nvGrpSpPr>
        <p:cNvPr id="92" name="Shape 92"/>
        <p:cNvGrpSpPr/>
        <p:nvPr/>
      </p:nvGrpSpPr>
      <p:grpSpPr>
        <a:xfrm>
          <a:off x="0" y="0"/>
          <a:ext cx="0" cy="0"/>
          <a:chOff x="0" y="0"/>
          <a:chExt cx="0" cy="0"/>
        </a:xfrm>
      </p:grpSpPr>
      <p:pic>
        <p:nvPicPr>
          <p:cNvPr id="93" name="Google Shape;93;p37"/>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94" name="Google Shape;94;p37"/>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95" name="Google Shape;95;p37"/>
          <p:cNvGrpSpPr/>
          <p:nvPr/>
        </p:nvGrpSpPr>
        <p:grpSpPr>
          <a:xfrm rot="8100000">
            <a:off x="8091080" y="594805"/>
            <a:ext cx="616864" cy="614808"/>
            <a:chOff x="2588041" y="-11077"/>
            <a:chExt cx="511959" cy="510252"/>
          </a:xfrm>
        </p:grpSpPr>
        <p:cxnSp>
          <p:nvCxnSpPr>
            <p:cNvPr id="96" name="Google Shape;96;p37"/>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97" name="Google Shape;97;p37"/>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 name="Google Shape;98;p37"/>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9" name="Google Shape;99;p37"/>
          <p:cNvGrpSpPr/>
          <p:nvPr/>
        </p:nvGrpSpPr>
        <p:grpSpPr>
          <a:xfrm rot="10800000">
            <a:off x="7964055" y="111109"/>
            <a:ext cx="1868687" cy="1646829"/>
            <a:chOff x="2757488" y="0"/>
            <a:chExt cx="1738314" cy="1531934"/>
          </a:xfrm>
        </p:grpSpPr>
        <p:sp>
          <p:nvSpPr>
            <p:cNvPr id="100" name="Google Shape;100;p3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 name="Google Shape;101;p3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 name="Google Shape;102;p3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3" name="Google Shape;103;p37"/>
          <p:cNvGrpSpPr/>
          <p:nvPr/>
        </p:nvGrpSpPr>
        <p:grpSpPr>
          <a:xfrm rot="5400000">
            <a:off x="-598851" y="2505284"/>
            <a:ext cx="1868687" cy="1646829"/>
            <a:chOff x="2757488" y="0"/>
            <a:chExt cx="1738314" cy="1531934"/>
          </a:xfrm>
        </p:grpSpPr>
        <p:sp>
          <p:nvSpPr>
            <p:cNvPr id="104" name="Google Shape;104;p3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 name="Google Shape;105;p3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 name="Google Shape;106;p3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7" name="Google Shape;107;p37"/>
          <p:cNvGrpSpPr/>
          <p:nvPr/>
        </p:nvGrpSpPr>
        <p:grpSpPr>
          <a:xfrm rot="10800000">
            <a:off x="-96297" y="3098409"/>
            <a:ext cx="1017112" cy="1274803"/>
            <a:chOff x="3406775" y="1971675"/>
            <a:chExt cx="946151" cy="1185863"/>
          </a:xfrm>
        </p:grpSpPr>
        <p:sp>
          <p:nvSpPr>
            <p:cNvPr id="108" name="Google Shape;108;p37"/>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 name="Google Shape;109;p37"/>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 name="Google Shape;110;p37"/>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11" name="Shape 111"/>
        <p:cNvGrpSpPr/>
        <p:nvPr/>
      </p:nvGrpSpPr>
      <p:grpSpPr>
        <a:xfrm>
          <a:off x="0" y="0"/>
          <a:ext cx="0" cy="0"/>
          <a:chOff x="0" y="0"/>
          <a:chExt cx="0" cy="0"/>
        </a:xfrm>
      </p:grpSpPr>
      <p:pic>
        <p:nvPicPr>
          <p:cNvPr id="112" name="Google Shape;112;p38"/>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13" name="Google Shape;113;p38"/>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4" name="Google Shape;114;p38"/>
          <p:cNvSpPr txBox="1"/>
          <p:nvPr>
            <p:ph idx="1" type="subTitle"/>
          </p:nvPr>
        </p:nvSpPr>
        <p:spPr>
          <a:xfrm>
            <a:off x="655050" y="3284938"/>
            <a:ext cx="2375700" cy="419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15" name="Google Shape;115;p38"/>
          <p:cNvSpPr txBox="1"/>
          <p:nvPr>
            <p:ph idx="2" type="subTitle"/>
          </p:nvPr>
        </p:nvSpPr>
        <p:spPr>
          <a:xfrm>
            <a:off x="655038" y="3664799"/>
            <a:ext cx="2375700" cy="9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6" name="Google Shape;116;p38"/>
          <p:cNvSpPr txBox="1"/>
          <p:nvPr>
            <p:ph idx="3" type="subTitle"/>
          </p:nvPr>
        </p:nvSpPr>
        <p:spPr>
          <a:xfrm>
            <a:off x="3384151" y="3664799"/>
            <a:ext cx="2375700" cy="9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 name="Google Shape;117;p38"/>
          <p:cNvSpPr txBox="1"/>
          <p:nvPr>
            <p:ph idx="4" type="subTitle"/>
          </p:nvPr>
        </p:nvSpPr>
        <p:spPr>
          <a:xfrm>
            <a:off x="6113265" y="3664799"/>
            <a:ext cx="2375700" cy="9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8" name="Google Shape;118;p38"/>
          <p:cNvSpPr txBox="1"/>
          <p:nvPr>
            <p:ph idx="5" type="subTitle"/>
          </p:nvPr>
        </p:nvSpPr>
        <p:spPr>
          <a:xfrm>
            <a:off x="3384163" y="3284938"/>
            <a:ext cx="2375700" cy="419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19" name="Google Shape;119;p38"/>
          <p:cNvSpPr txBox="1"/>
          <p:nvPr>
            <p:ph idx="6" type="subTitle"/>
          </p:nvPr>
        </p:nvSpPr>
        <p:spPr>
          <a:xfrm>
            <a:off x="6113276" y="3284938"/>
            <a:ext cx="2375700" cy="419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120" name="Google Shape;120;p38"/>
          <p:cNvGrpSpPr/>
          <p:nvPr/>
        </p:nvGrpSpPr>
        <p:grpSpPr>
          <a:xfrm>
            <a:off x="-911484" y="-452765"/>
            <a:ext cx="10810325" cy="7203099"/>
            <a:chOff x="-911484" y="-452765"/>
            <a:chExt cx="10810325" cy="7203099"/>
          </a:xfrm>
        </p:grpSpPr>
        <p:grpSp>
          <p:nvGrpSpPr>
            <p:cNvPr id="121" name="Google Shape;121;p38"/>
            <p:cNvGrpSpPr/>
            <p:nvPr/>
          </p:nvGrpSpPr>
          <p:grpSpPr>
            <a:xfrm>
              <a:off x="-911484" y="4603505"/>
              <a:ext cx="1631475" cy="2146829"/>
              <a:chOff x="987425" y="941388"/>
              <a:chExt cx="1517651" cy="1997050"/>
            </a:xfrm>
          </p:grpSpPr>
          <p:sp>
            <p:nvSpPr>
              <p:cNvPr id="122" name="Google Shape;122;p38"/>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 name="Google Shape;123;p38"/>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 name="Google Shape;124;p38"/>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5" name="Google Shape;125;p38"/>
            <p:cNvGrpSpPr/>
            <p:nvPr/>
          </p:nvGrpSpPr>
          <p:grpSpPr>
            <a:xfrm rot="1799964">
              <a:off x="7713347" y="3780065"/>
              <a:ext cx="1901134" cy="1646859"/>
              <a:chOff x="2649767" y="0"/>
              <a:chExt cx="1768465" cy="1531934"/>
            </a:xfrm>
          </p:grpSpPr>
          <p:sp>
            <p:nvSpPr>
              <p:cNvPr id="126" name="Google Shape;126;p38"/>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 name="Google Shape;127;p38"/>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 name="Google Shape;128;p38"/>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9" name="Google Shape;129;p38"/>
            <p:cNvGrpSpPr/>
            <p:nvPr/>
          </p:nvGrpSpPr>
          <p:grpSpPr>
            <a:xfrm rot="10800000">
              <a:off x="4023937" y="-452765"/>
              <a:ext cx="855135" cy="686169"/>
              <a:chOff x="3524250" y="2062163"/>
              <a:chExt cx="795400" cy="638237"/>
            </a:xfrm>
          </p:grpSpPr>
          <p:sp>
            <p:nvSpPr>
              <p:cNvPr id="130" name="Google Shape;130;p38"/>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 name="Google Shape;131;p38"/>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2" name="Google Shape;132;p38"/>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3" name="Google Shape;133;p38"/>
            <p:cNvGrpSpPr/>
            <p:nvPr/>
          </p:nvGrpSpPr>
          <p:grpSpPr>
            <a:xfrm rot="-5400000">
              <a:off x="8370067" y="661351"/>
              <a:ext cx="1017112" cy="1274803"/>
              <a:chOff x="3406775" y="1971675"/>
              <a:chExt cx="946151" cy="1185863"/>
            </a:xfrm>
          </p:grpSpPr>
          <p:sp>
            <p:nvSpPr>
              <p:cNvPr id="134" name="Google Shape;134;p3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5" name="Google Shape;135;p3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 name="Google Shape;136;p3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7" name="Google Shape;137;p38"/>
            <p:cNvGrpSpPr/>
            <p:nvPr/>
          </p:nvGrpSpPr>
          <p:grpSpPr>
            <a:xfrm rot="10800000">
              <a:off x="-732416" y="-4"/>
              <a:ext cx="1901100" cy="1646829"/>
              <a:chOff x="2649767" y="0"/>
              <a:chExt cx="1768465" cy="1531934"/>
            </a:xfrm>
          </p:grpSpPr>
          <p:sp>
            <p:nvSpPr>
              <p:cNvPr id="138" name="Google Shape;138;p38"/>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9" name="Google Shape;139;p38"/>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 name="Google Shape;140;p38"/>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141" name="Google Shape;141;p38"/>
          <p:cNvSpPr txBox="1"/>
          <p:nvPr>
            <p:ph idx="7" type="title"/>
          </p:nvPr>
        </p:nvSpPr>
        <p:spPr>
          <a:xfrm>
            <a:off x="1276650" y="2727650"/>
            <a:ext cx="1132500" cy="6174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2" name="Google Shape;142;p38"/>
          <p:cNvSpPr txBox="1"/>
          <p:nvPr>
            <p:ph idx="8" type="title"/>
          </p:nvPr>
        </p:nvSpPr>
        <p:spPr>
          <a:xfrm>
            <a:off x="4005750" y="2727650"/>
            <a:ext cx="1132500" cy="6174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43" name="Google Shape;143;p38"/>
          <p:cNvSpPr txBox="1"/>
          <p:nvPr>
            <p:ph idx="9" type="title"/>
          </p:nvPr>
        </p:nvSpPr>
        <p:spPr>
          <a:xfrm>
            <a:off x="6734900" y="2727650"/>
            <a:ext cx="1132500" cy="6174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4" name="Shape 144"/>
        <p:cNvGrpSpPr/>
        <p:nvPr/>
      </p:nvGrpSpPr>
      <p:grpSpPr>
        <a:xfrm>
          <a:off x="0" y="0"/>
          <a:ext cx="0" cy="0"/>
          <a:chOff x="0" y="0"/>
          <a:chExt cx="0" cy="0"/>
        </a:xfrm>
      </p:grpSpPr>
      <p:pic>
        <p:nvPicPr>
          <p:cNvPr id="145" name="Google Shape;145;p42"/>
          <p:cNvPicPr preferRelativeResize="0"/>
          <p:nvPr/>
        </p:nvPicPr>
        <p:blipFill rotWithShape="1">
          <a:blip r:embed="rId2">
            <a:alphaModFix/>
          </a:blip>
          <a:srcRect b="8581" l="922" r="922" t="8581"/>
          <a:stretch/>
        </p:blipFill>
        <p:spPr>
          <a:xfrm flipH="1" rot="10800000">
            <a:off x="0" y="0"/>
            <a:ext cx="9144000" cy="5143500"/>
          </a:xfrm>
          <a:prstGeom prst="rect">
            <a:avLst/>
          </a:prstGeom>
          <a:noFill/>
          <a:ln>
            <a:noFill/>
          </a:ln>
        </p:spPr>
      </p:pic>
      <p:sp>
        <p:nvSpPr>
          <p:cNvPr id="146" name="Google Shape;146;p42"/>
          <p:cNvSpPr txBox="1"/>
          <p:nvPr>
            <p:ph type="title"/>
          </p:nvPr>
        </p:nvSpPr>
        <p:spPr>
          <a:xfrm>
            <a:off x="703713" y="1943250"/>
            <a:ext cx="3501600" cy="12570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33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7" name="Google Shape;147;p42"/>
          <p:cNvSpPr txBox="1"/>
          <p:nvPr>
            <p:ph idx="1" type="body"/>
          </p:nvPr>
        </p:nvSpPr>
        <p:spPr>
          <a:xfrm>
            <a:off x="4572025" y="1287300"/>
            <a:ext cx="3852000" cy="25689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5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grpSp>
        <p:nvGrpSpPr>
          <p:cNvPr id="148" name="Google Shape;148;p42"/>
          <p:cNvGrpSpPr/>
          <p:nvPr/>
        </p:nvGrpSpPr>
        <p:grpSpPr>
          <a:xfrm>
            <a:off x="120616" y="618943"/>
            <a:ext cx="1631475" cy="2146829"/>
            <a:chOff x="987425" y="941388"/>
            <a:chExt cx="1517651" cy="1997050"/>
          </a:xfrm>
        </p:grpSpPr>
        <p:sp>
          <p:nvSpPr>
            <p:cNvPr id="149" name="Google Shape;149;p42"/>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0" name="Google Shape;150;p42"/>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 name="Google Shape;151;p42"/>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2" name="Google Shape;152;p42"/>
          <p:cNvGrpSpPr/>
          <p:nvPr/>
        </p:nvGrpSpPr>
        <p:grpSpPr>
          <a:xfrm rot="5400000">
            <a:off x="-385483" y="3378601"/>
            <a:ext cx="1017112" cy="1274803"/>
            <a:chOff x="3406775" y="1971675"/>
            <a:chExt cx="946151" cy="1185863"/>
          </a:xfrm>
        </p:grpSpPr>
        <p:sp>
          <p:nvSpPr>
            <p:cNvPr id="153" name="Google Shape;153;p4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 name="Google Shape;154;p4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5" name="Google Shape;155;p4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6" name="Google Shape;156;p42"/>
          <p:cNvGrpSpPr/>
          <p:nvPr/>
        </p:nvGrpSpPr>
        <p:grpSpPr>
          <a:xfrm>
            <a:off x="3495110" y="4915602"/>
            <a:ext cx="2153797" cy="455801"/>
            <a:chOff x="4886735" y="1558927"/>
            <a:chExt cx="2153797" cy="455801"/>
          </a:xfrm>
        </p:grpSpPr>
        <p:sp>
          <p:nvSpPr>
            <p:cNvPr id="157" name="Google Shape;157;p42"/>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 name="Google Shape;158;p42"/>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 name="Google Shape;159;p42"/>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0" name="Google Shape;160;p42"/>
          <p:cNvGrpSpPr/>
          <p:nvPr/>
        </p:nvGrpSpPr>
        <p:grpSpPr>
          <a:xfrm rot="2700000">
            <a:off x="8392331" y="263859"/>
            <a:ext cx="649282" cy="179386"/>
            <a:chOff x="3525838" y="4135438"/>
            <a:chExt cx="649288" cy="179388"/>
          </a:xfrm>
        </p:grpSpPr>
        <p:sp>
          <p:nvSpPr>
            <p:cNvPr id="161" name="Google Shape;161;p42"/>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 name="Google Shape;162;p42"/>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 name="Google Shape;163;p42"/>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4" name="Google Shape;164;p42"/>
          <p:cNvGrpSpPr/>
          <p:nvPr/>
        </p:nvGrpSpPr>
        <p:grpSpPr>
          <a:xfrm>
            <a:off x="7640081" y="-6"/>
            <a:ext cx="2153797" cy="455895"/>
            <a:chOff x="4630756" y="1700569"/>
            <a:chExt cx="2153797" cy="455895"/>
          </a:xfrm>
        </p:grpSpPr>
        <p:sp>
          <p:nvSpPr>
            <p:cNvPr id="165" name="Google Shape;165;p42"/>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 name="Google Shape;166;p42"/>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 name="Google Shape;167;p42"/>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8" name="Google Shape;168;p42"/>
          <p:cNvGrpSpPr/>
          <p:nvPr/>
        </p:nvGrpSpPr>
        <p:grpSpPr>
          <a:xfrm rot="8100000">
            <a:off x="8408546" y="2244547"/>
            <a:ext cx="616864" cy="614808"/>
            <a:chOff x="2588041" y="-11077"/>
            <a:chExt cx="511959" cy="510252"/>
          </a:xfrm>
        </p:grpSpPr>
        <p:cxnSp>
          <p:nvCxnSpPr>
            <p:cNvPr id="169" name="Google Shape;169;p4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70" name="Google Shape;170;p4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 name="Google Shape;171;p4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2" name="Google Shape;172;p42"/>
          <p:cNvGrpSpPr/>
          <p:nvPr/>
        </p:nvGrpSpPr>
        <p:grpSpPr>
          <a:xfrm>
            <a:off x="8596528" y="4524551"/>
            <a:ext cx="855055" cy="686105"/>
            <a:chOff x="3524250" y="2062163"/>
            <a:chExt cx="795400" cy="638237"/>
          </a:xfrm>
        </p:grpSpPr>
        <p:sp>
          <p:nvSpPr>
            <p:cNvPr id="173" name="Google Shape;173;p42"/>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 name="Google Shape;174;p42"/>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 name="Google Shape;175;p42"/>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6" name="Shape 176"/>
        <p:cNvGrpSpPr/>
        <p:nvPr/>
      </p:nvGrpSpPr>
      <p:grpSpPr>
        <a:xfrm>
          <a:off x="0" y="0"/>
          <a:ext cx="0" cy="0"/>
          <a:chOff x="0" y="0"/>
          <a:chExt cx="0" cy="0"/>
        </a:xfrm>
      </p:grpSpPr>
      <p:pic>
        <p:nvPicPr>
          <p:cNvPr id="177" name="Google Shape;177;p48"/>
          <p:cNvPicPr preferRelativeResize="0"/>
          <p:nvPr/>
        </p:nvPicPr>
        <p:blipFill rotWithShape="1">
          <a:blip r:embed="rId2">
            <a:alphaModFix/>
          </a:blip>
          <a:srcRect b="8581" l="1018" r="918" t="8581"/>
          <a:stretch/>
        </p:blipFill>
        <p:spPr>
          <a:xfrm flipH="1" rot="10800000">
            <a:off x="0" y="-1"/>
            <a:ext cx="9135475" cy="5143500"/>
          </a:xfrm>
          <a:prstGeom prst="rect">
            <a:avLst/>
          </a:prstGeom>
          <a:noFill/>
          <a:ln>
            <a:noFill/>
          </a:ln>
        </p:spPr>
      </p:pic>
      <p:sp>
        <p:nvSpPr>
          <p:cNvPr id="178" name="Google Shape;178;p48"/>
          <p:cNvSpPr txBox="1"/>
          <p:nvPr>
            <p:ph type="title"/>
          </p:nvPr>
        </p:nvSpPr>
        <p:spPr>
          <a:xfrm>
            <a:off x="993900" y="2571750"/>
            <a:ext cx="7156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6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9" name="Google Shape;179;p48"/>
          <p:cNvSpPr txBox="1"/>
          <p:nvPr>
            <p:ph idx="2" type="title"/>
          </p:nvPr>
        </p:nvSpPr>
        <p:spPr>
          <a:xfrm>
            <a:off x="4005750" y="1190275"/>
            <a:ext cx="11325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b="1"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80" name="Google Shape;180;p48"/>
          <p:cNvSpPr txBox="1"/>
          <p:nvPr>
            <p:ph idx="1" type="subTitle"/>
          </p:nvPr>
        </p:nvSpPr>
        <p:spPr>
          <a:xfrm>
            <a:off x="1885950" y="3559050"/>
            <a:ext cx="5372100" cy="42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8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grpSp>
        <p:nvGrpSpPr>
          <p:cNvPr id="181" name="Google Shape;181;p48"/>
          <p:cNvGrpSpPr/>
          <p:nvPr/>
        </p:nvGrpSpPr>
        <p:grpSpPr>
          <a:xfrm>
            <a:off x="-934341" y="-227898"/>
            <a:ext cx="10633141" cy="6978232"/>
            <a:chOff x="-934341" y="-227898"/>
            <a:chExt cx="10633141" cy="6978232"/>
          </a:xfrm>
        </p:grpSpPr>
        <p:grpSp>
          <p:nvGrpSpPr>
            <p:cNvPr id="182" name="Google Shape;182;p48"/>
            <p:cNvGrpSpPr/>
            <p:nvPr/>
          </p:nvGrpSpPr>
          <p:grpSpPr>
            <a:xfrm>
              <a:off x="467179" y="4603505"/>
              <a:ext cx="1631475" cy="2146829"/>
              <a:chOff x="987425" y="941388"/>
              <a:chExt cx="1517651" cy="1997050"/>
            </a:xfrm>
          </p:grpSpPr>
          <p:sp>
            <p:nvSpPr>
              <p:cNvPr id="183" name="Google Shape;183;p48"/>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 name="Google Shape;184;p48"/>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 name="Google Shape;185;p48"/>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6" name="Google Shape;186;p48"/>
            <p:cNvGrpSpPr/>
            <p:nvPr/>
          </p:nvGrpSpPr>
          <p:grpSpPr>
            <a:xfrm rot="10800000">
              <a:off x="7659717" y="4401551"/>
              <a:ext cx="1017112" cy="1274803"/>
              <a:chOff x="3406775" y="1971675"/>
              <a:chExt cx="946151" cy="1185863"/>
            </a:xfrm>
          </p:grpSpPr>
          <p:sp>
            <p:nvSpPr>
              <p:cNvPr id="187" name="Google Shape;187;p4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8" name="Google Shape;188;p4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 name="Google Shape;189;p4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0" name="Google Shape;190;p48"/>
            <p:cNvGrpSpPr/>
            <p:nvPr/>
          </p:nvGrpSpPr>
          <p:grpSpPr>
            <a:xfrm rot="-5400000">
              <a:off x="8552842" y="1934351"/>
              <a:ext cx="1017112" cy="1274803"/>
              <a:chOff x="3406775" y="1971675"/>
              <a:chExt cx="946151" cy="1185863"/>
            </a:xfrm>
          </p:grpSpPr>
          <p:sp>
            <p:nvSpPr>
              <p:cNvPr id="191" name="Google Shape;191;p4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 name="Google Shape;192;p4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 name="Google Shape;193;p4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4" name="Google Shape;194;p48"/>
            <p:cNvGrpSpPr/>
            <p:nvPr/>
          </p:nvGrpSpPr>
          <p:grpSpPr>
            <a:xfrm>
              <a:off x="-934341" y="152400"/>
              <a:ext cx="1868687" cy="1646829"/>
              <a:chOff x="2757488" y="141767"/>
              <a:chExt cx="1738314" cy="1531934"/>
            </a:xfrm>
          </p:grpSpPr>
          <p:sp>
            <p:nvSpPr>
              <p:cNvPr id="195" name="Google Shape;195;p48"/>
              <p:cNvSpPr/>
              <p:nvPr/>
            </p:nvSpPr>
            <p:spPr>
              <a:xfrm>
                <a:off x="2786063" y="171930"/>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 name="Google Shape;196;p48"/>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 name="Google Shape;197;p48"/>
              <p:cNvSpPr/>
              <p:nvPr/>
            </p:nvSpPr>
            <p:spPr>
              <a:xfrm>
                <a:off x="4337050" y="141767"/>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8" name="Google Shape;198;p48"/>
            <p:cNvGrpSpPr/>
            <p:nvPr/>
          </p:nvGrpSpPr>
          <p:grpSpPr>
            <a:xfrm>
              <a:off x="-86047" y="2640401"/>
              <a:ext cx="855055" cy="686105"/>
              <a:chOff x="3524250" y="2062163"/>
              <a:chExt cx="795400" cy="638237"/>
            </a:xfrm>
          </p:grpSpPr>
          <p:sp>
            <p:nvSpPr>
              <p:cNvPr id="199" name="Google Shape;199;p48"/>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 name="Google Shape;200;p48"/>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1" name="Google Shape;201;p48"/>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2" name="Google Shape;202;p48"/>
            <p:cNvGrpSpPr/>
            <p:nvPr/>
          </p:nvGrpSpPr>
          <p:grpSpPr>
            <a:xfrm rot="10800000">
              <a:off x="7347110" y="-227898"/>
              <a:ext cx="2153797" cy="455801"/>
              <a:chOff x="4886735" y="1558927"/>
              <a:chExt cx="2153797" cy="455801"/>
            </a:xfrm>
          </p:grpSpPr>
          <p:sp>
            <p:nvSpPr>
              <p:cNvPr id="203" name="Google Shape;203;p48"/>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4" name="Google Shape;204;p48"/>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5" name="Google Shape;205;p48"/>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6" name="Shape 206"/>
        <p:cNvGrpSpPr/>
        <p:nvPr/>
      </p:nvGrpSpPr>
      <p:grpSpPr>
        <a:xfrm>
          <a:off x="0" y="0"/>
          <a:ext cx="0" cy="0"/>
          <a:chOff x="0" y="0"/>
          <a:chExt cx="0" cy="0"/>
        </a:xfrm>
      </p:grpSpPr>
      <p:pic>
        <p:nvPicPr>
          <p:cNvPr id="207" name="Google Shape;207;p49"/>
          <p:cNvPicPr preferRelativeResize="0"/>
          <p:nvPr/>
        </p:nvPicPr>
        <p:blipFill rotWithShape="1">
          <a:blip r:embed="rId2">
            <a:alphaModFix/>
          </a:blip>
          <a:srcRect b="8581" l="922" r="922" t="8581"/>
          <a:stretch/>
        </p:blipFill>
        <p:spPr>
          <a:xfrm flipH="1">
            <a:off x="0" y="0"/>
            <a:ext cx="9144000" cy="5143500"/>
          </a:xfrm>
          <a:prstGeom prst="rect">
            <a:avLst/>
          </a:prstGeom>
          <a:noFill/>
          <a:ln>
            <a:noFill/>
          </a:ln>
        </p:spPr>
      </p:pic>
      <p:sp>
        <p:nvSpPr>
          <p:cNvPr id="208" name="Google Shape;208;p49"/>
          <p:cNvSpPr txBox="1"/>
          <p:nvPr>
            <p:ph type="title"/>
          </p:nvPr>
        </p:nvSpPr>
        <p:spPr>
          <a:xfrm>
            <a:off x="720000" y="482196"/>
            <a:ext cx="7704000" cy="572700"/>
          </a:xfrm>
          <a:prstGeom prst="rect">
            <a:avLst/>
          </a:prstGeom>
          <a:noFill/>
          <a:ln>
            <a:noFill/>
          </a:ln>
          <a:effectLst>
            <a:outerShdw blurRad="85725" rotWithShape="0" algn="bl">
              <a:schemeClr val="lt2"/>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9" name="Google Shape;209;p49"/>
          <p:cNvSpPr txBox="1"/>
          <p:nvPr>
            <p:ph idx="1" type="body"/>
          </p:nvPr>
        </p:nvSpPr>
        <p:spPr>
          <a:xfrm>
            <a:off x="720000" y="1152475"/>
            <a:ext cx="7704000" cy="11391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0" name="Shape 210"/>
        <p:cNvGrpSpPr/>
        <p:nvPr/>
      </p:nvGrpSpPr>
      <p:grpSpPr>
        <a:xfrm>
          <a:off x="0" y="0"/>
          <a:ext cx="0" cy="0"/>
          <a:chOff x="0" y="0"/>
          <a:chExt cx="0" cy="0"/>
        </a:xfrm>
      </p:grpSpPr>
      <p:pic>
        <p:nvPicPr>
          <p:cNvPr id="211" name="Google Shape;211;p50"/>
          <p:cNvPicPr preferRelativeResize="0"/>
          <p:nvPr/>
        </p:nvPicPr>
        <p:blipFill rotWithShape="1">
          <a:blip r:embed="rId2">
            <a:alphaModFix/>
          </a:blip>
          <a:srcRect b="8581" l="1019" r="910" t="8581"/>
          <a:stretch/>
        </p:blipFill>
        <p:spPr>
          <a:xfrm flipH="1" rot="10800000">
            <a:off x="0" y="-1"/>
            <a:ext cx="9135475" cy="5143500"/>
          </a:xfrm>
          <a:prstGeom prst="rect">
            <a:avLst/>
          </a:prstGeom>
          <a:noFill/>
          <a:ln>
            <a:noFill/>
          </a:ln>
        </p:spPr>
      </p:pic>
      <p:sp>
        <p:nvSpPr>
          <p:cNvPr id="212" name="Google Shape;212;p50"/>
          <p:cNvSpPr txBox="1"/>
          <p:nvPr>
            <p:ph type="title"/>
          </p:nvPr>
        </p:nvSpPr>
        <p:spPr>
          <a:xfrm>
            <a:off x="720000" y="539496"/>
            <a:ext cx="7704000" cy="5760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3" name="Google Shape;213;p50"/>
          <p:cNvSpPr txBox="1"/>
          <p:nvPr>
            <p:ph idx="1" type="subTitle"/>
          </p:nvPr>
        </p:nvSpPr>
        <p:spPr>
          <a:xfrm>
            <a:off x="1290775" y="2786624"/>
            <a:ext cx="2907600" cy="39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9pPr>
          </a:lstStyle>
          <a:p/>
        </p:txBody>
      </p:sp>
      <p:sp>
        <p:nvSpPr>
          <p:cNvPr id="214" name="Google Shape;214;p50"/>
          <p:cNvSpPr txBox="1"/>
          <p:nvPr>
            <p:ph idx="2" type="subTitle"/>
          </p:nvPr>
        </p:nvSpPr>
        <p:spPr>
          <a:xfrm>
            <a:off x="4945650" y="2786624"/>
            <a:ext cx="2907600" cy="39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9pPr>
          </a:lstStyle>
          <a:p/>
        </p:txBody>
      </p:sp>
      <p:sp>
        <p:nvSpPr>
          <p:cNvPr id="215" name="Google Shape;215;p50"/>
          <p:cNvSpPr txBox="1"/>
          <p:nvPr>
            <p:ph idx="3" type="subTitle"/>
          </p:nvPr>
        </p:nvSpPr>
        <p:spPr>
          <a:xfrm>
            <a:off x="1290775" y="3196625"/>
            <a:ext cx="2907600" cy="915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6" name="Google Shape;216;p50"/>
          <p:cNvSpPr txBox="1"/>
          <p:nvPr>
            <p:ph idx="4" type="subTitle"/>
          </p:nvPr>
        </p:nvSpPr>
        <p:spPr>
          <a:xfrm>
            <a:off x="4945650" y="3196625"/>
            <a:ext cx="2907600" cy="915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17" name="Google Shape;217;p50"/>
          <p:cNvGrpSpPr/>
          <p:nvPr/>
        </p:nvGrpSpPr>
        <p:grpSpPr>
          <a:xfrm>
            <a:off x="-1181091" y="76209"/>
            <a:ext cx="11513475" cy="5558296"/>
            <a:chOff x="-1181091" y="76209"/>
            <a:chExt cx="11513475" cy="5558296"/>
          </a:xfrm>
        </p:grpSpPr>
        <p:grpSp>
          <p:nvGrpSpPr>
            <p:cNvPr id="218" name="Google Shape;218;p50"/>
            <p:cNvGrpSpPr/>
            <p:nvPr/>
          </p:nvGrpSpPr>
          <p:grpSpPr>
            <a:xfrm rot="7199964">
              <a:off x="8193427" y="951495"/>
              <a:ext cx="1901134" cy="1646859"/>
              <a:chOff x="2649767" y="0"/>
              <a:chExt cx="1768465" cy="1531934"/>
            </a:xfrm>
          </p:grpSpPr>
          <p:sp>
            <p:nvSpPr>
              <p:cNvPr id="219" name="Google Shape;219;p50"/>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 name="Google Shape;220;p50"/>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 name="Google Shape;221;p50"/>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2" name="Google Shape;222;p50"/>
            <p:cNvGrpSpPr/>
            <p:nvPr/>
          </p:nvGrpSpPr>
          <p:grpSpPr>
            <a:xfrm rot="10800000">
              <a:off x="-1181091" y="76209"/>
              <a:ext cx="1901100" cy="1614404"/>
              <a:chOff x="2649767" y="-40721"/>
              <a:chExt cx="1768465" cy="1501771"/>
            </a:xfrm>
          </p:grpSpPr>
          <p:sp>
            <p:nvSpPr>
              <p:cNvPr id="223" name="Google Shape;223;p50"/>
              <p:cNvSpPr/>
              <p:nvPr/>
            </p:nvSpPr>
            <p:spPr>
              <a:xfrm>
                <a:off x="2708493" y="-40721"/>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 name="Google Shape;224;p50"/>
              <p:cNvSpPr/>
              <p:nvPr/>
            </p:nvSpPr>
            <p:spPr>
              <a:xfrm>
                <a:off x="2649767" y="1370566"/>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5" name="Google Shape;225;p50"/>
            <p:cNvGrpSpPr/>
            <p:nvPr/>
          </p:nvGrpSpPr>
          <p:grpSpPr>
            <a:xfrm rot="-2700000">
              <a:off x="4048954" y="4186674"/>
              <a:ext cx="1017193" cy="1274904"/>
              <a:chOff x="3434300" y="1944150"/>
              <a:chExt cx="946151" cy="1185863"/>
            </a:xfrm>
          </p:grpSpPr>
          <p:sp>
            <p:nvSpPr>
              <p:cNvPr id="226" name="Google Shape;226;p50"/>
              <p:cNvSpPr/>
              <p:nvPr/>
            </p:nvSpPr>
            <p:spPr>
              <a:xfrm>
                <a:off x="3462875" y="1974313"/>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 name="Google Shape;227;p50"/>
              <p:cNvSpPr/>
              <p:nvPr/>
            </p:nvSpPr>
            <p:spPr>
              <a:xfrm>
                <a:off x="4315363" y="3064925"/>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 name="Google Shape;228;p50"/>
              <p:cNvSpPr/>
              <p:nvPr/>
            </p:nvSpPr>
            <p:spPr>
              <a:xfrm>
                <a:off x="3434300" y="194415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9" name="Google Shape;229;p50"/>
            <p:cNvGrpSpPr/>
            <p:nvPr/>
          </p:nvGrpSpPr>
          <p:grpSpPr>
            <a:xfrm rot="10800000">
              <a:off x="-297108" y="3328701"/>
              <a:ext cx="1017112" cy="1274803"/>
              <a:chOff x="3406775" y="1971675"/>
              <a:chExt cx="946151" cy="1185863"/>
            </a:xfrm>
          </p:grpSpPr>
          <p:sp>
            <p:nvSpPr>
              <p:cNvPr id="230" name="Google Shape;230;p50"/>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1" name="Google Shape;231;p50"/>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 name="Google Shape;232;p50"/>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33" name="Google Shape;233;p50"/>
            <p:cNvGrpSpPr/>
            <p:nvPr/>
          </p:nvGrpSpPr>
          <p:grpSpPr>
            <a:xfrm rot="8100000">
              <a:off x="8819344" y="4568047"/>
              <a:ext cx="649282" cy="179386"/>
              <a:chOff x="3525838" y="4135438"/>
              <a:chExt cx="649288" cy="179388"/>
            </a:xfrm>
          </p:grpSpPr>
          <p:sp>
            <p:nvSpPr>
              <p:cNvPr id="234" name="Google Shape;234;p50"/>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5" name="Google Shape;235;p50"/>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6" name="Google Shape;236;p50"/>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7" name="Shape 237"/>
        <p:cNvGrpSpPr/>
        <p:nvPr/>
      </p:nvGrpSpPr>
      <p:grpSpPr>
        <a:xfrm>
          <a:off x="0" y="0"/>
          <a:ext cx="0" cy="0"/>
          <a:chOff x="0" y="0"/>
          <a:chExt cx="0" cy="0"/>
        </a:xfrm>
      </p:grpSpPr>
      <p:pic>
        <p:nvPicPr>
          <p:cNvPr id="238" name="Google Shape;238;p51"/>
          <p:cNvPicPr preferRelativeResize="0"/>
          <p:nvPr/>
        </p:nvPicPr>
        <p:blipFill rotWithShape="1">
          <a:blip r:embed="rId2">
            <a:alphaModFix/>
          </a:blip>
          <a:srcRect b="8579" l="1018" r="918" t="8761"/>
          <a:stretch/>
        </p:blipFill>
        <p:spPr>
          <a:xfrm rot="10800000">
            <a:off x="0" y="-2"/>
            <a:ext cx="9135475" cy="5132527"/>
          </a:xfrm>
          <a:prstGeom prst="rect">
            <a:avLst/>
          </a:prstGeom>
          <a:noFill/>
          <a:ln>
            <a:noFill/>
          </a:ln>
        </p:spPr>
      </p:pic>
      <p:sp>
        <p:nvSpPr>
          <p:cNvPr id="239" name="Google Shape;239;p51"/>
          <p:cNvSpPr txBox="1"/>
          <p:nvPr>
            <p:ph type="title"/>
          </p:nvPr>
        </p:nvSpPr>
        <p:spPr>
          <a:xfrm>
            <a:off x="720000" y="482825"/>
            <a:ext cx="7704000" cy="519900"/>
          </a:xfrm>
          <a:prstGeom prst="rect">
            <a:avLst/>
          </a:prstGeom>
          <a:noFill/>
          <a:ln>
            <a:noFill/>
          </a:ln>
          <a:effectLst>
            <a:outerShdw blurRad="85725" rotWithShape="0" algn="bl">
              <a:schemeClr val="lt2"/>
            </a:outerShdw>
          </a:effectLst>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40" name="Google Shape;240;p51"/>
          <p:cNvGrpSpPr/>
          <p:nvPr/>
        </p:nvGrpSpPr>
        <p:grpSpPr>
          <a:xfrm>
            <a:off x="-1021342" y="-292979"/>
            <a:ext cx="10960420" cy="5590540"/>
            <a:chOff x="-1021342" y="-292979"/>
            <a:chExt cx="10960420" cy="5590540"/>
          </a:xfrm>
        </p:grpSpPr>
        <p:grpSp>
          <p:nvGrpSpPr>
            <p:cNvPr id="241" name="Google Shape;241;p51"/>
            <p:cNvGrpSpPr/>
            <p:nvPr/>
          </p:nvGrpSpPr>
          <p:grpSpPr>
            <a:xfrm rot="5400000">
              <a:off x="7512763" y="-227262"/>
              <a:ext cx="1517651" cy="1997050"/>
              <a:chOff x="987425" y="941388"/>
              <a:chExt cx="1517651" cy="1997050"/>
            </a:xfrm>
          </p:grpSpPr>
          <p:sp>
            <p:nvSpPr>
              <p:cNvPr id="242" name="Google Shape;242;p51"/>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3" name="Google Shape;243;p51"/>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4" name="Google Shape;244;p51"/>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45" name="Google Shape;245;p51"/>
            <p:cNvGrpSpPr/>
            <p:nvPr/>
          </p:nvGrpSpPr>
          <p:grpSpPr>
            <a:xfrm rot="-2700000">
              <a:off x="839314" y="-89694"/>
              <a:ext cx="649282" cy="179386"/>
              <a:chOff x="3525838" y="4135438"/>
              <a:chExt cx="649288" cy="179388"/>
            </a:xfrm>
          </p:grpSpPr>
          <p:sp>
            <p:nvSpPr>
              <p:cNvPr id="246" name="Google Shape;246;p51"/>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7" name="Google Shape;247;p51"/>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8" name="Google Shape;248;p51"/>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49" name="Google Shape;249;p51"/>
            <p:cNvGrpSpPr/>
            <p:nvPr/>
          </p:nvGrpSpPr>
          <p:grpSpPr>
            <a:xfrm rot="-2700000">
              <a:off x="-1175573" y="4146959"/>
              <a:ext cx="2153776" cy="455891"/>
              <a:chOff x="4630756" y="1700569"/>
              <a:chExt cx="2153797" cy="455895"/>
            </a:xfrm>
          </p:grpSpPr>
          <p:sp>
            <p:nvSpPr>
              <p:cNvPr id="250" name="Google Shape;250;p51"/>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1" name="Google Shape;251;p51"/>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2" name="Google Shape;252;p51"/>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53" name="Google Shape;253;p51"/>
            <p:cNvGrpSpPr/>
            <p:nvPr/>
          </p:nvGrpSpPr>
          <p:grpSpPr>
            <a:xfrm rot="2700000">
              <a:off x="8239931" y="4695784"/>
              <a:ext cx="649282" cy="179386"/>
              <a:chOff x="3525838" y="4135438"/>
              <a:chExt cx="649288" cy="179388"/>
            </a:xfrm>
          </p:grpSpPr>
          <p:sp>
            <p:nvSpPr>
              <p:cNvPr id="254" name="Google Shape;254;p51"/>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5" name="Google Shape;255;p51"/>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6" name="Google Shape;256;p51"/>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57" name="Google Shape;257;p51"/>
            <p:cNvGrpSpPr/>
            <p:nvPr/>
          </p:nvGrpSpPr>
          <p:grpSpPr>
            <a:xfrm>
              <a:off x="7785281" y="4405131"/>
              <a:ext cx="2153797" cy="455895"/>
              <a:chOff x="4630756" y="1700569"/>
              <a:chExt cx="2153797" cy="455895"/>
            </a:xfrm>
          </p:grpSpPr>
          <p:sp>
            <p:nvSpPr>
              <p:cNvPr id="258" name="Google Shape;258;p51"/>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 name="Google Shape;259;p51"/>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 name="Google Shape;260;p51"/>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61" name="Google Shape;261;p51"/>
            <p:cNvGrpSpPr/>
            <p:nvPr/>
          </p:nvGrpSpPr>
          <p:grpSpPr>
            <a:xfrm>
              <a:off x="-125553" y="3803639"/>
              <a:ext cx="1017112" cy="1274803"/>
              <a:chOff x="3289989" y="1971675"/>
              <a:chExt cx="946151" cy="1185863"/>
            </a:xfrm>
          </p:grpSpPr>
          <p:sp>
            <p:nvSpPr>
              <p:cNvPr id="262" name="Google Shape;262;p51"/>
              <p:cNvSpPr/>
              <p:nvPr/>
            </p:nvSpPr>
            <p:spPr>
              <a:xfrm>
                <a:off x="3318564"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3" name="Google Shape;263;p51"/>
              <p:cNvSpPr/>
              <p:nvPr/>
            </p:nvSpPr>
            <p:spPr>
              <a:xfrm>
                <a:off x="4171052"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 name="Google Shape;264;p51"/>
              <p:cNvSpPr/>
              <p:nvPr/>
            </p:nvSpPr>
            <p:spPr>
              <a:xfrm>
                <a:off x="3289989"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5" name="Shape 265"/>
        <p:cNvGrpSpPr/>
        <p:nvPr/>
      </p:nvGrpSpPr>
      <p:grpSpPr>
        <a:xfrm>
          <a:off x="0" y="0"/>
          <a:ext cx="0" cy="0"/>
          <a:chOff x="0" y="0"/>
          <a:chExt cx="0" cy="0"/>
        </a:xfrm>
      </p:grpSpPr>
      <p:pic>
        <p:nvPicPr>
          <p:cNvPr id="266" name="Google Shape;266;p52"/>
          <p:cNvPicPr preferRelativeResize="0"/>
          <p:nvPr/>
        </p:nvPicPr>
        <p:blipFill rotWithShape="1">
          <a:blip r:embed="rId2">
            <a:alphaModFix/>
          </a:blip>
          <a:srcRect b="9802" l="903" r="922" t="7355"/>
          <a:stretch/>
        </p:blipFill>
        <p:spPr>
          <a:xfrm rot="10800000">
            <a:off x="0" y="0"/>
            <a:ext cx="9146425" cy="5143500"/>
          </a:xfrm>
          <a:prstGeom prst="rect">
            <a:avLst/>
          </a:prstGeom>
          <a:noFill/>
          <a:ln>
            <a:noFill/>
          </a:ln>
        </p:spPr>
      </p:pic>
      <p:sp>
        <p:nvSpPr>
          <p:cNvPr id="267" name="Google Shape;267;p52"/>
          <p:cNvSpPr txBox="1"/>
          <p:nvPr>
            <p:ph type="title"/>
          </p:nvPr>
        </p:nvSpPr>
        <p:spPr>
          <a:xfrm>
            <a:off x="1388100" y="1298850"/>
            <a:ext cx="6367800" cy="25458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SzPts val="4800"/>
              <a:buNone/>
              <a:defRPr sz="85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268" name="Google Shape;268;p52"/>
          <p:cNvGrpSpPr/>
          <p:nvPr/>
        </p:nvGrpSpPr>
        <p:grpSpPr>
          <a:xfrm>
            <a:off x="4" y="13"/>
            <a:ext cx="9534874" cy="5037055"/>
            <a:chOff x="4" y="13"/>
            <a:chExt cx="9534874" cy="5037055"/>
          </a:xfrm>
        </p:grpSpPr>
        <p:grpSp>
          <p:nvGrpSpPr>
            <p:cNvPr id="269" name="Google Shape;269;p52"/>
            <p:cNvGrpSpPr/>
            <p:nvPr/>
          </p:nvGrpSpPr>
          <p:grpSpPr>
            <a:xfrm rot="8100000">
              <a:off x="127034" y="559909"/>
              <a:ext cx="616864" cy="614808"/>
              <a:chOff x="2588041" y="-11077"/>
              <a:chExt cx="511959" cy="510252"/>
            </a:xfrm>
          </p:grpSpPr>
          <p:cxnSp>
            <p:nvCxnSpPr>
              <p:cNvPr id="270" name="Google Shape;270;p5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271" name="Google Shape;271;p5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 name="Google Shape;272;p5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73" name="Google Shape;273;p52"/>
            <p:cNvGrpSpPr/>
            <p:nvPr/>
          </p:nvGrpSpPr>
          <p:grpSpPr>
            <a:xfrm rot="10800000">
              <a:off x="142584" y="13"/>
              <a:ext cx="1868687" cy="1646829"/>
              <a:chOff x="2757488" y="0"/>
              <a:chExt cx="1738314" cy="1531934"/>
            </a:xfrm>
          </p:grpSpPr>
          <p:sp>
            <p:nvSpPr>
              <p:cNvPr id="274" name="Google Shape;274;p52"/>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 name="Google Shape;275;p52"/>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 name="Google Shape;276;p52"/>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77" name="Google Shape;277;p52"/>
            <p:cNvGrpSpPr/>
            <p:nvPr/>
          </p:nvGrpSpPr>
          <p:grpSpPr>
            <a:xfrm rot="2700000">
              <a:off x="7737031" y="4654397"/>
              <a:ext cx="649282" cy="179386"/>
              <a:chOff x="3525838" y="4135438"/>
              <a:chExt cx="649288" cy="179388"/>
            </a:xfrm>
          </p:grpSpPr>
          <p:sp>
            <p:nvSpPr>
              <p:cNvPr id="278" name="Google Shape;278;p52"/>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9" name="Google Shape;279;p52"/>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0" name="Google Shape;280;p52"/>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81" name="Google Shape;281;p52"/>
            <p:cNvGrpSpPr/>
            <p:nvPr/>
          </p:nvGrpSpPr>
          <p:grpSpPr>
            <a:xfrm>
              <a:off x="7381081" y="4451106"/>
              <a:ext cx="2153797" cy="455895"/>
              <a:chOff x="4630756" y="1700569"/>
              <a:chExt cx="2153797" cy="455895"/>
            </a:xfrm>
          </p:grpSpPr>
          <p:sp>
            <p:nvSpPr>
              <p:cNvPr id="282" name="Google Shape;282;p52"/>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 name="Google Shape;283;p52"/>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4" name="Google Shape;284;p52"/>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5" name="Shape 285"/>
        <p:cNvGrpSpPr/>
        <p:nvPr/>
      </p:nvGrpSpPr>
      <p:grpSpPr>
        <a:xfrm>
          <a:off x="0" y="0"/>
          <a:ext cx="0" cy="0"/>
          <a:chOff x="0" y="0"/>
          <a:chExt cx="0" cy="0"/>
        </a:xfrm>
      </p:grpSpPr>
      <p:sp>
        <p:nvSpPr>
          <p:cNvPr id="286" name="Google Shape;286;p53"/>
          <p:cNvSpPr txBox="1"/>
          <p:nvPr>
            <p:ph idx="1" type="body"/>
          </p:nvPr>
        </p:nvSpPr>
        <p:spPr>
          <a:xfrm>
            <a:off x="836550" y="607900"/>
            <a:ext cx="7470900" cy="737700"/>
          </a:xfrm>
          <a:prstGeom prst="rect">
            <a:avLst/>
          </a:prstGeom>
          <a:noFill/>
          <a:ln>
            <a:noFill/>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sz="2500">
                <a:latin typeface="Allerta Stencil"/>
                <a:ea typeface="Allerta Stencil"/>
                <a:cs typeface="Allerta Stencil"/>
                <a:sym typeface="Allerta Stencil"/>
              </a:defRPr>
            </a:lvl1pPr>
          </a:lstStyle>
          <a:p/>
        </p:txBody>
      </p:sp>
      <p:grpSp>
        <p:nvGrpSpPr>
          <p:cNvPr id="287" name="Google Shape;287;p53"/>
          <p:cNvGrpSpPr/>
          <p:nvPr/>
        </p:nvGrpSpPr>
        <p:grpSpPr>
          <a:xfrm rot="5400000">
            <a:off x="-271130" y="335732"/>
            <a:ext cx="2153797" cy="455895"/>
            <a:chOff x="4630756" y="1700569"/>
            <a:chExt cx="2153797" cy="455895"/>
          </a:xfrm>
        </p:grpSpPr>
        <p:sp>
          <p:nvSpPr>
            <p:cNvPr id="288" name="Google Shape;288;p53"/>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9" name="Google Shape;289;p53"/>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 name="Google Shape;290;p53"/>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91" name="Google Shape;291;p53"/>
          <p:cNvGrpSpPr/>
          <p:nvPr/>
        </p:nvGrpSpPr>
        <p:grpSpPr>
          <a:xfrm flipH="1" rot="-5400000">
            <a:off x="7261345" y="335732"/>
            <a:ext cx="2153797" cy="455895"/>
            <a:chOff x="4630756" y="1700569"/>
            <a:chExt cx="2153797" cy="455895"/>
          </a:xfrm>
        </p:grpSpPr>
        <p:sp>
          <p:nvSpPr>
            <p:cNvPr id="292" name="Google Shape;292;p53"/>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3" name="Google Shape;293;p53"/>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4" name="Google Shape;294;p53"/>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95" name="Shape 295"/>
        <p:cNvGrpSpPr/>
        <p:nvPr/>
      </p:nvGrpSpPr>
      <p:grpSpPr>
        <a:xfrm>
          <a:off x="0" y="0"/>
          <a:ext cx="0" cy="0"/>
          <a:chOff x="0" y="0"/>
          <a:chExt cx="0" cy="0"/>
        </a:xfrm>
      </p:grpSpPr>
      <p:pic>
        <p:nvPicPr>
          <p:cNvPr id="296" name="Google Shape;296;p54"/>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297" name="Google Shape;297;p54"/>
          <p:cNvSpPr txBox="1"/>
          <p:nvPr>
            <p:ph hasCustomPrompt="1" type="title"/>
          </p:nvPr>
        </p:nvSpPr>
        <p:spPr>
          <a:xfrm>
            <a:off x="720000" y="1321650"/>
            <a:ext cx="77040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98" name="Google Shape;298;p54"/>
          <p:cNvSpPr txBox="1"/>
          <p:nvPr>
            <p:ph idx="1" type="body"/>
          </p:nvPr>
        </p:nvSpPr>
        <p:spPr>
          <a:xfrm>
            <a:off x="2197175" y="3208950"/>
            <a:ext cx="4749600" cy="5367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grpSp>
        <p:nvGrpSpPr>
          <p:cNvPr id="299" name="Google Shape;299;p54"/>
          <p:cNvGrpSpPr/>
          <p:nvPr/>
        </p:nvGrpSpPr>
        <p:grpSpPr>
          <a:xfrm rot="-2700000">
            <a:off x="105533" y="4132337"/>
            <a:ext cx="616864" cy="614808"/>
            <a:chOff x="2588041" y="-11077"/>
            <a:chExt cx="511959" cy="510252"/>
          </a:xfrm>
        </p:grpSpPr>
        <p:cxnSp>
          <p:nvCxnSpPr>
            <p:cNvPr id="300" name="Google Shape;300;p54"/>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301" name="Google Shape;301;p54"/>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2" name="Google Shape;302;p54"/>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03" name="Google Shape;303;p54"/>
          <p:cNvGrpSpPr/>
          <p:nvPr/>
        </p:nvGrpSpPr>
        <p:grpSpPr>
          <a:xfrm>
            <a:off x="-1019265" y="3660212"/>
            <a:ext cx="1868687" cy="1646829"/>
            <a:chOff x="2757488" y="0"/>
            <a:chExt cx="1738314" cy="1531934"/>
          </a:xfrm>
        </p:grpSpPr>
        <p:sp>
          <p:nvSpPr>
            <p:cNvPr id="304" name="Google Shape;304;p54"/>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5" name="Google Shape;305;p54"/>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6" name="Google Shape;306;p54"/>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07" name="Google Shape;307;p54"/>
          <p:cNvGrpSpPr/>
          <p:nvPr/>
        </p:nvGrpSpPr>
        <p:grpSpPr>
          <a:xfrm rot="-8100000">
            <a:off x="169518" y="278609"/>
            <a:ext cx="649282" cy="179386"/>
            <a:chOff x="3525838" y="4135438"/>
            <a:chExt cx="649288" cy="179388"/>
          </a:xfrm>
        </p:grpSpPr>
        <p:sp>
          <p:nvSpPr>
            <p:cNvPr id="308" name="Google Shape;308;p54"/>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9" name="Google Shape;309;p54"/>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 name="Google Shape;310;p54"/>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1" name="Google Shape;311;p54"/>
          <p:cNvGrpSpPr/>
          <p:nvPr/>
        </p:nvGrpSpPr>
        <p:grpSpPr>
          <a:xfrm rot="10800000">
            <a:off x="-880346" y="229341"/>
            <a:ext cx="2153797" cy="455895"/>
            <a:chOff x="4630756" y="1700569"/>
            <a:chExt cx="2153797" cy="455895"/>
          </a:xfrm>
        </p:grpSpPr>
        <p:sp>
          <p:nvSpPr>
            <p:cNvPr id="312" name="Google Shape;312;p54"/>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 name="Google Shape;313;p54"/>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 name="Google Shape;314;p54"/>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5" name="Google Shape;315;p54"/>
          <p:cNvGrpSpPr/>
          <p:nvPr/>
        </p:nvGrpSpPr>
        <p:grpSpPr>
          <a:xfrm rot="10800000">
            <a:off x="8076600" y="4539538"/>
            <a:ext cx="2153797" cy="455801"/>
            <a:chOff x="4886735" y="1558927"/>
            <a:chExt cx="2153797" cy="455801"/>
          </a:xfrm>
        </p:grpSpPr>
        <p:sp>
          <p:nvSpPr>
            <p:cNvPr id="316" name="Google Shape;316;p54"/>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7" name="Google Shape;317;p54"/>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8" name="Google Shape;318;p54"/>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9" name="Google Shape;319;p54"/>
          <p:cNvGrpSpPr/>
          <p:nvPr/>
        </p:nvGrpSpPr>
        <p:grpSpPr>
          <a:xfrm rot="10800000">
            <a:off x="8644952" y="-180100"/>
            <a:ext cx="1017112" cy="1274803"/>
            <a:chOff x="3406775" y="1971675"/>
            <a:chExt cx="946151" cy="1185863"/>
          </a:xfrm>
        </p:grpSpPr>
        <p:sp>
          <p:nvSpPr>
            <p:cNvPr id="320" name="Google Shape;320;p5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 name="Google Shape;321;p5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2" name="Google Shape;322;p5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23" name="Google Shape;323;p54"/>
          <p:cNvGrpSpPr/>
          <p:nvPr/>
        </p:nvGrpSpPr>
        <p:grpSpPr>
          <a:xfrm rot="10800000">
            <a:off x="8063598" y="75336"/>
            <a:ext cx="855055" cy="686105"/>
            <a:chOff x="3524250" y="1991279"/>
            <a:chExt cx="795400" cy="638237"/>
          </a:xfrm>
        </p:grpSpPr>
        <p:sp>
          <p:nvSpPr>
            <p:cNvPr id="324" name="Google Shape;324;p54"/>
            <p:cNvSpPr/>
            <p:nvPr/>
          </p:nvSpPr>
          <p:spPr>
            <a:xfrm>
              <a:off x="3554413" y="2019854"/>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 name="Google Shape;325;p54"/>
            <p:cNvSpPr/>
            <p:nvPr/>
          </p:nvSpPr>
          <p:spPr>
            <a:xfrm>
              <a:off x="4260850" y="2570716"/>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6" name="Google Shape;326;p54"/>
            <p:cNvSpPr/>
            <p:nvPr/>
          </p:nvSpPr>
          <p:spPr>
            <a:xfrm>
              <a:off x="3524250" y="1991279"/>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27" name="Google Shape;327;p54"/>
          <p:cNvGrpSpPr/>
          <p:nvPr/>
        </p:nvGrpSpPr>
        <p:grpSpPr>
          <a:xfrm rot="-900094">
            <a:off x="8115699" y="4731415"/>
            <a:ext cx="616893" cy="614837"/>
            <a:chOff x="2588041" y="-11077"/>
            <a:chExt cx="511959" cy="510252"/>
          </a:xfrm>
        </p:grpSpPr>
        <p:cxnSp>
          <p:nvCxnSpPr>
            <p:cNvPr id="328" name="Google Shape;328;p54"/>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329" name="Google Shape;329;p54"/>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 name="Google Shape;330;p54"/>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331" name="Shape 33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32" name="Shape 332"/>
        <p:cNvGrpSpPr/>
        <p:nvPr/>
      </p:nvGrpSpPr>
      <p:grpSpPr>
        <a:xfrm>
          <a:off x="0" y="0"/>
          <a:ext cx="0" cy="0"/>
          <a:chOff x="0" y="0"/>
          <a:chExt cx="0" cy="0"/>
        </a:xfrm>
      </p:grpSpPr>
      <p:pic>
        <p:nvPicPr>
          <p:cNvPr id="333" name="Google Shape;333;p56"/>
          <p:cNvPicPr preferRelativeResize="0"/>
          <p:nvPr/>
        </p:nvPicPr>
        <p:blipFill rotWithShape="1">
          <a:blip r:embed="rId2">
            <a:alphaModFix/>
          </a:blip>
          <a:srcRect b="8581" l="901" r="1154" t="8581"/>
          <a:stretch/>
        </p:blipFill>
        <p:spPr>
          <a:xfrm>
            <a:off x="21925" y="-1"/>
            <a:ext cx="9124500" cy="5143500"/>
          </a:xfrm>
          <a:prstGeom prst="rect">
            <a:avLst/>
          </a:prstGeom>
          <a:noFill/>
          <a:ln>
            <a:noFill/>
          </a:ln>
        </p:spPr>
      </p:pic>
      <p:sp>
        <p:nvSpPr>
          <p:cNvPr id="334" name="Google Shape;334;p56"/>
          <p:cNvSpPr txBox="1"/>
          <p:nvPr>
            <p:ph type="title"/>
          </p:nvPr>
        </p:nvSpPr>
        <p:spPr>
          <a:xfrm>
            <a:off x="4370100" y="6892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5" name="Google Shape;335;p56"/>
          <p:cNvSpPr txBox="1"/>
          <p:nvPr>
            <p:ph idx="1" type="subTitle"/>
          </p:nvPr>
        </p:nvSpPr>
        <p:spPr>
          <a:xfrm>
            <a:off x="5215500" y="904046"/>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6" name="Google Shape;336;p56"/>
          <p:cNvSpPr txBox="1"/>
          <p:nvPr>
            <p:ph idx="2" type="title"/>
          </p:nvPr>
        </p:nvSpPr>
        <p:spPr>
          <a:xfrm>
            <a:off x="4370100" y="17560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7" name="Google Shape;337;p56"/>
          <p:cNvSpPr txBox="1"/>
          <p:nvPr>
            <p:ph idx="3" type="subTitle"/>
          </p:nvPr>
        </p:nvSpPr>
        <p:spPr>
          <a:xfrm>
            <a:off x="5215500" y="1951693"/>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8" name="Google Shape;338;p56"/>
          <p:cNvSpPr txBox="1"/>
          <p:nvPr>
            <p:ph idx="4" type="title"/>
          </p:nvPr>
        </p:nvSpPr>
        <p:spPr>
          <a:xfrm>
            <a:off x="4370100" y="28228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39" name="Google Shape;339;p56"/>
          <p:cNvSpPr txBox="1"/>
          <p:nvPr>
            <p:ph idx="5" type="subTitle"/>
          </p:nvPr>
        </p:nvSpPr>
        <p:spPr>
          <a:xfrm>
            <a:off x="5215500" y="3042857"/>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0" name="Google Shape;340;p56"/>
          <p:cNvSpPr txBox="1"/>
          <p:nvPr>
            <p:ph idx="6" type="title"/>
          </p:nvPr>
        </p:nvSpPr>
        <p:spPr>
          <a:xfrm>
            <a:off x="4370100" y="38896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41" name="Google Shape;341;p56"/>
          <p:cNvSpPr txBox="1"/>
          <p:nvPr>
            <p:ph idx="7" type="subTitle"/>
          </p:nvPr>
        </p:nvSpPr>
        <p:spPr>
          <a:xfrm>
            <a:off x="5215500" y="4104383"/>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2" name="Google Shape;342;p56"/>
          <p:cNvSpPr txBox="1"/>
          <p:nvPr>
            <p:ph idx="8" type="title"/>
          </p:nvPr>
        </p:nvSpPr>
        <p:spPr>
          <a:xfrm>
            <a:off x="1126100" y="1929450"/>
            <a:ext cx="2683800" cy="12846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3" name="Google Shape;343;p56"/>
          <p:cNvSpPr txBox="1"/>
          <p:nvPr>
            <p:ph idx="9" type="subTitle"/>
          </p:nvPr>
        </p:nvSpPr>
        <p:spPr>
          <a:xfrm>
            <a:off x="5215500" y="562652"/>
            <a:ext cx="3208500" cy="33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sp>
        <p:nvSpPr>
          <p:cNvPr id="344" name="Google Shape;344;p56"/>
          <p:cNvSpPr txBox="1"/>
          <p:nvPr>
            <p:ph idx="13" type="subTitle"/>
          </p:nvPr>
        </p:nvSpPr>
        <p:spPr>
          <a:xfrm>
            <a:off x="5215500" y="1610424"/>
            <a:ext cx="3208500" cy="333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sp>
        <p:nvSpPr>
          <p:cNvPr id="345" name="Google Shape;345;p56"/>
          <p:cNvSpPr txBox="1"/>
          <p:nvPr>
            <p:ph idx="14" type="subTitle"/>
          </p:nvPr>
        </p:nvSpPr>
        <p:spPr>
          <a:xfrm>
            <a:off x="5215500" y="2701599"/>
            <a:ext cx="3208500" cy="333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sp>
        <p:nvSpPr>
          <p:cNvPr id="346" name="Google Shape;346;p56"/>
          <p:cNvSpPr txBox="1"/>
          <p:nvPr>
            <p:ph idx="15" type="subTitle"/>
          </p:nvPr>
        </p:nvSpPr>
        <p:spPr>
          <a:xfrm>
            <a:off x="5215500" y="3763124"/>
            <a:ext cx="3208500" cy="333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grpSp>
        <p:nvGrpSpPr>
          <p:cNvPr id="347" name="Google Shape;347;p56"/>
          <p:cNvGrpSpPr/>
          <p:nvPr/>
        </p:nvGrpSpPr>
        <p:grpSpPr>
          <a:xfrm>
            <a:off x="-163407" y="69252"/>
            <a:ext cx="2153797" cy="5004995"/>
            <a:chOff x="-163407" y="69244"/>
            <a:chExt cx="2153797" cy="5004995"/>
          </a:xfrm>
        </p:grpSpPr>
        <p:grpSp>
          <p:nvGrpSpPr>
            <p:cNvPr id="348" name="Google Shape;348;p56"/>
            <p:cNvGrpSpPr/>
            <p:nvPr/>
          </p:nvGrpSpPr>
          <p:grpSpPr>
            <a:xfrm flipH="1">
              <a:off x="-163407" y="69244"/>
              <a:ext cx="2153797" cy="455895"/>
              <a:chOff x="4630756" y="1700569"/>
              <a:chExt cx="2153797" cy="455895"/>
            </a:xfrm>
          </p:grpSpPr>
          <p:sp>
            <p:nvSpPr>
              <p:cNvPr id="349" name="Google Shape;349;p56"/>
              <p:cNvSpPr/>
              <p:nvPr/>
            </p:nvSpPr>
            <p:spPr>
              <a:xfrm flipH="1" rot="10800000">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0" name="Google Shape;350;p56"/>
              <p:cNvSpPr/>
              <p:nvPr/>
            </p:nvSpPr>
            <p:spPr>
              <a:xfrm flipH="1" rot="10800000">
                <a:off x="6721253" y="2093164"/>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1" name="Google Shape;351;p56"/>
              <p:cNvSpPr/>
              <p:nvPr/>
            </p:nvSpPr>
            <p:spPr>
              <a:xfrm flipH="1" rot="10800000">
                <a:off x="4630756" y="1700569"/>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52" name="Google Shape;352;p56"/>
            <p:cNvGrpSpPr/>
            <p:nvPr/>
          </p:nvGrpSpPr>
          <p:grpSpPr>
            <a:xfrm flipH="1">
              <a:off x="-163407" y="4618344"/>
              <a:ext cx="2153797" cy="455895"/>
              <a:chOff x="4630756" y="1700569"/>
              <a:chExt cx="2153797" cy="455895"/>
            </a:xfrm>
          </p:grpSpPr>
          <p:sp>
            <p:nvSpPr>
              <p:cNvPr id="353" name="Google Shape;353;p56"/>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4" name="Google Shape;354;p56"/>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5" name="Google Shape;355;p56"/>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356" name="Shape 356"/>
        <p:cNvGrpSpPr/>
        <p:nvPr/>
      </p:nvGrpSpPr>
      <p:grpSpPr>
        <a:xfrm>
          <a:off x="0" y="0"/>
          <a:ext cx="0" cy="0"/>
          <a:chOff x="0" y="0"/>
          <a:chExt cx="0" cy="0"/>
        </a:xfrm>
      </p:grpSpPr>
      <p:pic>
        <p:nvPicPr>
          <p:cNvPr id="357" name="Google Shape;357;p57"/>
          <p:cNvPicPr preferRelativeResize="0"/>
          <p:nvPr/>
        </p:nvPicPr>
        <p:blipFill rotWithShape="1">
          <a:blip r:embed="rId2">
            <a:alphaModFix/>
          </a:blip>
          <a:srcRect b="8581" l="922" r="922" t="8581"/>
          <a:stretch/>
        </p:blipFill>
        <p:spPr>
          <a:xfrm rot="10800000">
            <a:off x="0" y="0"/>
            <a:ext cx="9144000" cy="5143500"/>
          </a:xfrm>
          <a:prstGeom prst="rect">
            <a:avLst/>
          </a:prstGeom>
          <a:noFill/>
          <a:ln>
            <a:noFill/>
          </a:ln>
        </p:spPr>
      </p:pic>
      <p:sp>
        <p:nvSpPr>
          <p:cNvPr id="358" name="Google Shape;358;p57"/>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59" name="Google Shape;359;p57"/>
          <p:cNvGrpSpPr/>
          <p:nvPr/>
        </p:nvGrpSpPr>
        <p:grpSpPr>
          <a:xfrm rot="8100000">
            <a:off x="8488734" y="379797"/>
            <a:ext cx="616864" cy="614808"/>
            <a:chOff x="2588041" y="-11077"/>
            <a:chExt cx="511959" cy="510252"/>
          </a:xfrm>
        </p:grpSpPr>
        <p:cxnSp>
          <p:nvCxnSpPr>
            <p:cNvPr id="360" name="Google Shape;360;p57"/>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361" name="Google Shape;361;p57"/>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2" name="Google Shape;362;p57"/>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63" name="Google Shape;363;p57"/>
          <p:cNvGrpSpPr/>
          <p:nvPr/>
        </p:nvGrpSpPr>
        <p:grpSpPr>
          <a:xfrm rot="10800000">
            <a:off x="8361709" y="-180100"/>
            <a:ext cx="1868687" cy="1646829"/>
            <a:chOff x="2757488" y="0"/>
            <a:chExt cx="1738314" cy="1531934"/>
          </a:xfrm>
        </p:grpSpPr>
        <p:sp>
          <p:nvSpPr>
            <p:cNvPr id="364" name="Google Shape;364;p5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5" name="Google Shape;365;p5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6" name="Google Shape;366;p5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67" name="Google Shape;367;p57"/>
          <p:cNvGrpSpPr/>
          <p:nvPr/>
        </p:nvGrpSpPr>
        <p:grpSpPr>
          <a:xfrm rot="2700000">
            <a:off x="8392331" y="4695059"/>
            <a:ext cx="649282" cy="179386"/>
            <a:chOff x="3525838" y="4135438"/>
            <a:chExt cx="649288" cy="179388"/>
          </a:xfrm>
        </p:grpSpPr>
        <p:sp>
          <p:nvSpPr>
            <p:cNvPr id="368" name="Google Shape;368;p57"/>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9" name="Google Shape;369;p57"/>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 name="Google Shape;370;p57"/>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71" name="Google Shape;371;p57"/>
          <p:cNvGrpSpPr/>
          <p:nvPr/>
        </p:nvGrpSpPr>
        <p:grpSpPr>
          <a:xfrm>
            <a:off x="7937681" y="4441706"/>
            <a:ext cx="2153797" cy="455895"/>
            <a:chOff x="4630756" y="1700569"/>
            <a:chExt cx="2153797" cy="455895"/>
          </a:xfrm>
        </p:grpSpPr>
        <p:sp>
          <p:nvSpPr>
            <p:cNvPr id="372" name="Google Shape;372;p5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3" name="Google Shape;373;p5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4" name="Google Shape;374;p5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75" name="Google Shape;375;p57"/>
          <p:cNvGrpSpPr/>
          <p:nvPr/>
        </p:nvGrpSpPr>
        <p:grpSpPr>
          <a:xfrm>
            <a:off x="-1019265" y="84202"/>
            <a:ext cx="2153797" cy="455801"/>
            <a:chOff x="4886735" y="1558927"/>
            <a:chExt cx="2153797" cy="455801"/>
          </a:xfrm>
        </p:grpSpPr>
        <p:sp>
          <p:nvSpPr>
            <p:cNvPr id="376" name="Google Shape;376;p57"/>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7" name="Google Shape;377;p57"/>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 name="Google Shape;378;p57"/>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79" name="Google Shape;379;p57"/>
          <p:cNvGrpSpPr/>
          <p:nvPr/>
        </p:nvGrpSpPr>
        <p:grpSpPr>
          <a:xfrm>
            <a:off x="-450933" y="3758064"/>
            <a:ext cx="1017112" cy="1274803"/>
            <a:chOff x="3406775" y="1971675"/>
            <a:chExt cx="946151" cy="1185863"/>
          </a:xfrm>
        </p:grpSpPr>
        <p:sp>
          <p:nvSpPr>
            <p:cNvPr id="380" name="Google Shape;380;p57"/>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 name="Google Shape;381;p57"/>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2" name="Google Shape;382;p57"/>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83" name="Google Shape;383;p57"/>
          <p:cNvGrpSpPr/>
          <p:nvPr/>
        </p:nvGrpSpPr>
        <p:grpSpPr>
          <a:xfrm>
            <a:off x="292478" y="4260451"/>
            <a:ext cx="855055" cy="686105"/>
            <a:chOff x="3524250" y="2062163"/>
            <a:chExt cx="795400" cy="638237"/>
          </a:xfrm>
        </p:grpSpPr>
        <p:sp>
          <p:nvSpPr>
            <p:cNvPr id="384" name="Google Shape;384;p57"/>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5" name="Google Shape;385;p57"/>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6" name="Google Shape;386;p57"/>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spTree>
      <p:nvGrpSpPr>
        <p:cNvPr id="387" name="Shape 387"/>
        <p:cNvGrpSpPr/>
        <p:nvPr/>
      </p:nvGrpSpPr>
      <p:grpSpPr>
        <a:xfrm>
          <a:off x="0" y="0"/>
          <a:ext cx="0" cy="0"/>
          <a:chOff x="0" y="0"/>
          <a:chExt cx="0" cy="0"/>
        </a:xfrm>
      </p:grpSpPr>
      <p:pic>
        <p:nvPicPr>
          <p:cNvPr id="388" name="Google Shape;388;p58"/>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389" name="Google Shape;389;p58"/>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90" name="Google Shape;390;p58"/>
          <p:cNvGrpSpPr/>
          <p:nvPr/>
        </p:nvGrpSpPr>
        <p:grpSpPr>
          <a:xfrm rot="2700000">
            <a:off x="-522745" y="4132047"/>
            <a:ext cx="616792" cy="614736"/>
            <a:chOff x="2588041" y="-11077"/>
            <a:chExt cx="511959" cy="510252"/>
          </a:xfrm>
        </p:grpSpPr>
        <p:cxnSp>
          <p:nvCxnSpPr>
            <p:cNvPr id="391" name="Google Shape;391;p58"/>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392" name="Google Shape;392;p58"/>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 name="Google Shape;393;p58"/>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94" name="Google Shape;394;p58"/>
          <p:cNvGrpSpPr/>
          <p:nvPr/>
        </p:nvGrpSpPr>
        <p:grpSpPr>
          <a:xfrm>
            <a:off x="-1433840" y="3660212"/>
            <a:ext cx="1868687" cy="1646829"/>
            <a:chOff x="2757488" y="0"/>
            <a:chExt cx="1738314" cy="1531934"/>
          </a:xfrm>
        </p:grpSpPr>
        <p:sp>
          <p:nvSpPr>
            <p:cNvPr id="395" name="Google Shape;395;p58"/>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6" name="Google Shape;396;p58"/>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7" name="Google Shape;397;p58"/>
            <p:cNvSpPr/>
            <p:nvPr/>
          </p:nvSpPr>
          <p:spPr>
            <a:xfrm>
              <a:off x="4337050" y="0"/>
              <a:ext cx="58800" cy="603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98" name="Google Shape;398;p58"/>
          <p:cNvGrpSpPr/>
          <p:nvPr/>
        </p:nvGrpSpPr>
        <p:grpSpPr>
          <a:xfrm rot="-8100000">
            <a:off x="169518" y="140759"/>
            <a:ext cx="649282" cy="179386"/>
            <a:chOff x="3525838" y="4135438"/>
            <a:chExt cx="649288" cy="179388"/>
          </a:xfrm>
        </p:grpSpPr>
        <p:sp>
          <p:nvSpPr>
            <p:cNvPr id="399" name="Google Shape;399;p58"/>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0" name="Google Shape;400;p58"/>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1" name="Google Shape;401;p58"/>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02" name="Google Shape;402;p58"/>
          <p:cNvGrpSpPr/>
          <p:nvPr/>
        </p:nvGrpSpPr>
        <p:grpSpPr>
          <a:xfrm rot="10800000">
            <a:off x="-880346" y="229341"/>
            <a:ext cx="2153797" cy="455895"/>
            <a:chOff x="4630756" y="1700569"/>
            <a:chExt cx="2153797" cy="455895"/>
          </a:xfrm>
        </p:grpSpPr>
        <p:sp>
          <p:nvSpPr>
            <p:cNvPr id="403" name="Google Shape;403;p5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p5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5" name="Google Shape;405;p58"/>
            <p:cNvSpPr/>
            <p:nvPr/>
          </p:nvSpPr>
          <p:spPr>
            <a:xfrm>
              <a:off x="4630756" y="2091364"/>
              <a:ext cx="65100" cy="65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06" name="Google Shape;406;p58"/>
          <p:cNvGrpSpPr/>
          <p:nvPr/>
        </p:nvGrpSpPr>
        <p:grpSpPr>
          <a:xfrm rot="10800000">
            <a:off x="8076600" y="4629290"/>
            <a:ext cx="2153797" cy="455801"/>
            <a:chOff x="4886735" y="1600776"/>
            <a:chExt cx="2153797" cy="455801"/>
          </a:xfrm>
        </p:grpSpPr>
        <p:sp>
          <p:nvSpPr>
            <p:cNvPr id="407" name="Google Shape;407;p58"/>
            <p:cNvSpPr/>
            <p:nvPr/>
          </p:nvSpPr>
          <p:spPr>
            <a:xfrm>
              <a:off x="4919159" y="1633199"/>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8" name="Google Shape;408;p58"/>
            <p:cNvSpPr/>
            <p:nvPr/>
          </p:nvSpPr>
          <p:spPr>
            <a:xfrm>
              <a:off x="4886735" y="1993277"/>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9" name="Google Shape;409;p58"/>
            <p:cNvSpPr/>
            <p:nvPr/>
          </p:nvSpPr>
          <p:spPr>
            <a:xfrm>
              <a:off x="6977232" y="1600776"/>
              <a:ext cx="63300" cy="65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10" name="Google Shape;410;p58"/>
          <p:cNvGrpSpPr/>
          <p:nvPr/>
        </p:nvGrpSpPr>
        <p:grpSpPr>
          <a:xfrm rot="10800000">
            <a:off x="8424002" y="61213"/>
            <a:ext cx="1017112" cy="1274803"/>
            <a:chOff x="3406775" y="1971675"/>
            <a:chExt cx="946151" cy="1185863"/>
          </a:xfrm>
        </p:grpSpPr>
        <p:sp>
          <p:nvSpPr>
            <p:cNvPr id="411" name="Google Shape;411;p5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2" name="Google Shape;412;p5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3" name="Google Shape;413;p5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14" name="Google Shape;414;p58"/>
          <p:cNvGrpSpPr/>
          <p:nvPr/>
        </p:nvGrpSpPr>
        <p:grpSpPr>
          <a:xfrm rot="2700000">
            <a:off x="8505059" y="4419166"/>
            <a:ext cx="855010" cy="686069"/>
            <a:chOff x="3524250" y="2062163"/>
            <a:chExt cx="795400" cy="638237"/>
          </a:xfrm>
        </p:grpSpPr>
        <p:sp>
          <p:nvSpPr>
            <p:cNvPr id="415" name="Google Shape;415;p58"/>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6" name="Google Shape;416;p58"/>
            <p:cNvSpPr/>
            <p:nvPr/>
          </p:nvSpPr>
          <p:spPr>
            <a:xfrm>
              <a:off x="4260850" y="2641600"/>
              <a:ext cx="58800" cy="5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7" name="Google Shape;417;p58"/>
            <p:cNvSpPr/>
            <p:nvPr/>
          </p:nvSpPr>
          <p:spPr>
            <a:xfrm>
              <a:off x="3524250" y="2062163"/>
              <a:ext cx="60300" cy="5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18" name="Google Shape;418;p58"/>
          <p:cNvGrpSpPr/>
          <p:nvPr/>
        </p:nvGrpSpPr>
        <p:grpSpPr>
          <a:xfrm rot="-2700000">
            <a:off x="8392343" y="450309"/>
            <a:ext cx="649282" cy="179386"/>
            <a:chOff x="3525838" y="4135438"/>
            <a:chExt cx="649288" cy="179388"/>
          </a:xfrm>
        </p:grpSpPr>
        <p:sp>
          <p:nvSpPr>
            <p:cNvPr id="419" name="Google Shape;419;p58"/>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0" name="Google Shape;420;p58"/>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1" name="Google Shape;421;p58"/>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_1_1">
    <p:spTree>
      <p:nvGrpSpPr>
        <p:cNvPr id="422" name="Shape 422"/>
        <p:cNvGrpSpPr/>
        <p:nvPr/>
      </p:nvGrpSpPr>
      <p:grpSpPr>
        <a:xfrm>
          <a:off x="0" y="0"/>
          <a:ext cx="0" cy="0"/>
          <a:chOff x="0" y="0"/>
          <a:chExt cx="0" cy="0"/>
        </a:xfrm>
      </p:grpSpPr>
      <p:pic>
        <p:nvPicPr>
          <p:cNvPr id="423" name="Google Shape;423;p59"/>
          <p:cNvPicPr preferRelativeResize="0"/>
          <p:nvPr/>
        </p:nvPicPr>
        <p:blipFill rotWithShape="1">
          <a:blip r:embed="rId2">
            <a:alphaModFix/>
          </a:blip>
          <a:srcRect b="8581" l="893" r="922" t="8581"/>
          <a:stretch/>
        </p:blipFill>
        <p:spPr>
          <a:xfrm rot="10800000">
            <a:off x="0" y="0"/>
            <a:ext cx="9146425" cy="5143500"/>
          </a:xfrm>
          <a:prstGeom prst="rect">
            <a:avLst/>
          </a:prstGeom>
          <a:noFill/>
          <a:ln>
            <a:noFill/>
          </a:ln>
        </p:spPr>
      </p:pic>
      <p:sp>
        <p:nvSpPr>
          <p:cNvPr id="424" name="Google Shape;424;p59"/>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25" name="Google Shape;425;p59"/>
          <p:cNvGrpSpPr/>
          <p:nvPr/>
        </p:nvGrpSpPr>
        <p:grpSpPr>
          <a:xfrm>
            <a:off x="-379546" y="-48611"/>
            <a:ext cx="9990345" cy="6862904"/>
            <a:chOff x="-379546" y="-48611"/>
            <a:chExt cx="9990345" cy="6862904"/>
          </a:xfrm>
        </p:grpSpPr>
        <p:grpSp>
          <p:nvGrpSpPr>
            <p:cNvPr id="426" name="Google Shape;426;p59"/>
            <p:cNvGrpSpPr/>
            <p:nvPr/>
          </p:nvGrpSpPr>
          <p:grpSpPr>
            <a:xfrm rot="9900119">
              <a:off x="95181" y="4953684"/>
              <a:ext cx="1868723" cy="1646861"/>
              <a:chOff x="2757488" y="0"/>
              <a:chExt cx="1738314" cy="1531934"/>
            </a:xfrm>
          </p:grpSpPr>
          <p:sp>
            <p:nvSpPr>
              <p:cNvPr id="427" name="Google Shape;427;p5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8" name="Google Shape;428;p5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9" name="Google Shape;429;p5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30" name="Google Shape;430;p59"/>
            <p:cNvGrpSpPr/>
            <p:nvPr/>
          </p:nvGrpSpPr>
          <p:grpSpPr>
            <a:xfrm rot="8999956">
              <a:off x="-409876" y="459305"/>
              <a:ext cx="2153749" cy="455791"/>
              <a:chOff x="4886735" y="1558927"/>
              <a:chExt cx="2153797" cy="455801"/>
            </a:xfrm>
          </p:grpSpPr>
          <p:sp>
            <p:nvSpPr>
              <p:cNvPr id="431" name="Google Shape;431;p59"/>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2" name="Google Shape;432;p59"/>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3" name="Google Shape;433;p59"/>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34" name="Google Shape;434;p59"/>
            <p:cNvGrpSpPr/>
            <p:nvPr/>
          </p:nvGrpSpPr>
          <p:grpSpPr>
            <a:xfrm rot="-899881">
              <a:off x="7560814" y="3052809"/>
              <a:ext cx="1868723" cy="1646861"/>
              <a:chOff x="2757488" y="0"/>
              <a:chExt cx="1738314" cy="1531934"/>
            </a:xfrm>
          </p:grpSpPr>
          <p:sp>
            <p:nvSpPr>
              <p:cNvPr id="435" name="Google Shape;435;p5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 name="Google Shape;436;p5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7" name="Google Shape;437;p5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38" name="Google Shape;438;p59"/>
            <p:cNvGrpSpPr/>
            <p:nvPr/>
          </p:nvGrpSpPr>
          <p:grpSpPr>
            <a:xfrm rot="-2700000">
              <a:off x="4063391" y="4228527"/>
              <a:ext cx="1017193" cy="1274904"/>
              <a:chOff x="3406775" y="1971675"/>
              <a:chExt cx="946151" cy="1185863"/>
            </a:xfrm>
          </p:grpSpPr>
          <p:sp>
            <p:nvSpPr>
              <p:cNvPr id="439" name="Google Shape;439;p5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0" name="Google Shape;440;p5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1" name="Google Shape;441;p5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42" name="Google Shape;442;p59"/>
            <p:cNvGrpSpPr/>
            <p:nvPr/>
          </p:nvGrpSpPr>
          <p:grpSpPr>
            <a:xfrm rot="-8100000">
              <a:off x="127756" y="954550"/>
              <a:ext cx="649282" cy="179386"/>
              <a:chOff x="3525838" y="4135438"/>
              <a:chExt cx="649288" cy="179388"/>
            </a:xfrm>
          </p:grpSpPr>
          <p:sp>
            <p:nvSpPr>
              <p:cNvPr id="443" name="Google Shape;443;p59"/>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4" name="Google Shape;444;p59"/>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5" name="Google Shape;445;p59"/>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46" name="Google Shape;446;p59"/>
            <p:cNvGrpSpPr/>
            <p:nvPr/>
          </p:nvGrpSpPr>
          <p:grpSpPr>
            <a:xfrm rot="5400000">
              <a:off x="8474351" y="-47580"/>
              <a:ext cx="616859" cy="614803"/>
              <a:chOff x="2588041" y="-11077"/>
              <a:chExt cx="511959" cy="510252"/>
            </a:xfrm>
          </p:grpSpPr>
          <p:cxnSp>
            <p:nvCxnSpPr>
              <p:cNvPr id="447" name="Google Shape;447;p59"/>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448" name="Google Shape;448;p59"/>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9" name="Google Shape;449;p59"/>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_1_1_1_1_1">
    <p:spTree>
      <p:nvGrpSpPr>
        <p:cNvPr id="450" name="Shape 450"/>
        <p:cNvGrpSpPr/>
        <p:nvPr/>
      </p:nvGrpSpPr>
      <p:grpSpPr>
        <a:xfrm>
          <a:off x="0" y="0"/>
          <a:ext cx="0" cy="0"/>
          <a:chOff x="0" y="0"/>
          <a:chExt cx="0" cy="0"/>
        </a:xfrm>
      </p:grpSpPr>
      <p:pic>
        <p:nvPicPr>
          <p:cNvPr id="451" name="Google Shape;451;p60"/>
          <p:cNvPicPr preferRelativeResize="0"/>
          <p:nvPr/>
        </p:nvPicPr>
        <p:blipFill rotWithShape="1">
          <a:blip r:embed="rId2">
            <a:alphaModFix/>
          </a:blip>
          <a:srcRect b="8581" l="922" r="922" t="8581"/>
          <a:stretch/>
        </p:blipFill>
        <p:spPr>
          <a:xfrm>
            <a:off x="0" y="25"/>
            <a:ext cx="9144000" cy="5143500"/>
          </a:xfrm>
          <a:prstGeom prst="rect">
            <a:avLst/>
          </a:prstGeom>
          <a:noFill/>
          <a:ln>
            <a:noFill/>
          </a:ln>
        </p:spPr>
      </p:pic>
      <p:sp>
        <p:nvSpPr>
          <p:cNvPr id="452" name="Google Shape;452;p60"/>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53" name="Google Shape;453;p60"/>
          <p:cNvGrpSpPr/>
          <p:nvPr/>
        </p:nvGrpSpPr>
        <p:grpSpPr>
          <a:xfrm rot="10800000">
            <a:off x="-108803" y="13"/>
            <a:ext cx="9643674" cy="5131898"/>
            <a:chOff x="9" y="66970"/>
            <a:chExt cx="9643674" cy="5131898"/>
          </a:xfrm>
        </p:grpSpPr>
        <p:grpSp>
          <p:nvGrpSpPr>
            <p:cNvPr id="454" name="Google Shape;454;p60"/>
            <p:cNvGrpSpPr/>
            <p:nvPr/>
          </p:nvGrpSpPr>
          <p:grpSpPr>
            <a:xfrm rot="8100000">
              <a:off x="279433" y="559909"/>
              <a:ext cx="616865" cy="614808"/>
              <a:chOff x="2498604" y="-100513"/>
              <a:chExt cx="511960" cy="510252"/>
            </a:xfrm>
          </p:grpSpPr>
          <p:cxnSp>
            <p:nvCxnSpPr>
              <p:cNvPr id="455" name="Google Shape;455;p60"/>
              <p:cNvCxnSpPr/>
              <p:nvPr/>
            </p:nvCxnSpPr>
            <p:spPr>
              <a:xfrm flipH="1">
                <a:off x="2532826" y="-66383"/>
                <a:ext cx="441900" cy="441900"/>
              </a:xfrm>
              <a:prstGeom prst="straightConnector1">
                <a:avLst/>
              </a:prstGeom>
              <a:noFill/>
              <a:ln cap="rnd" cmpd="sng" w="9525">
                <a:solidFill>
                  <a:schemeClr val="dk2"/>
                </a:solidFill>
                <a:prstDash val="solid"/>
                <a:round/>
                <a:headEnd len="sm" w="sm" type="none"/>
                <a:tailEnd len="sm" w="sm" type="none"/>
              </a:ln>
            </p:spPr>
          </p:cxnSp>
          <p:sp>
            <p:nvSpPr>
              <p:cNvPr id="456" name="Google Shape;456;p60"/>
              <p:cNvSpPr/>
              <p:nvPr/>
            </p:nvSpPr>
            <p:spPr>
              <a:xfrm>
                <a:off x="2940596" y="-100513"/>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7" name="Google Shape;457;p60"/>
              <p:cNvSpPr/>
              <p:nvPr/>
            </p:nvSpPr>
            <p:spPr>
              <a:xfrm>
                <a:off x="2498604" y="339771"/>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58" name="Google Shape;458;p60"/>
            <p:cNvGrpSpPr/>
            <p:nvPr/>
          </p:nvGrpSpPr>
          <p:grpSpPr>
            <a:xfrm rot="10800000">
              <a:off x="9" y="66970"/>
              <a:ext cx="1868687" cy="1646829"/>
              <a:chOff x="2757488" y="-62286"/>
              <a:chExt cx="1738314" cy="1531934"/>
            </a:xfrm>
          </p:grpSpPr>
          <p:sp>
            <p:nvSpPr>
              <p:cNvPr id="459" name="Google Shape;459;p60"/>
              <p:cNvSpPr/>
              <p:nvPr/>
            </p:nvSpPr>
            <p:spPr>
              <a:xfrm>
                <a:off x="2786063" y="-3212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0" name="Google Shape;460;p60"/>
              <p:cNvSpPr/>
              <p:nvPr/>
            </p:nvSpPr>
            <p:spPr>
              <a:xfrm>
                <a:off x="2757488" y="1379164"/>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1" name="Google Shape;461;p60"/>
              <p:cNvSpPr/>
              <p:nvPr/>
            </p:nvSpPr>
            <p:spPr>
              <a:xfrm>
                <a:off x="4337050" y="-62286"/>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62" name="Google Shape;462;p60"/>
            <p:cNvGrpSpPr/>
            <p:nvPr/>
          </p:nvGrpSpPr>
          <p:grpSpPr>
            <a:xfrm rot="2700000">
              <a:off x="7835731" y="4816197"/>
              <a:ext cx="649282" cy="179386"/>
              <a:chOff x="3525838" y="4135438"/>
              <a:chExt cx="649288" cy="179388"/>
            </a:xfrm>
          </p:grpSpPr>
          <p:sp>
            <p:nvSpPr>
              <p:cNvPr id="463" name="Google Shape;463;p60"/>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4" name="Google Shape;464;p60"/>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5" name="Google Shape;465;p60"/>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66" name="Google Shape;466;p60"/>
            <p:cNvGrpSpPr/>
            <p:nvPr/>
          </p:nvGrpSpPr>
          <p:grpSpPr>
            <a:xfrm>
              <a:off x="7489887" y="4451106"/>
              <a:ext cx="2153796" cy="455895"/>
              <a:chOff x="4739562" y="1700569"/>
              <a:chExt cx="2153796" cy="455895"/>
            </a:xfrm>
          </p:grpSpPr>
          <p:sp>
            <p:nvSpPr>
              <p:cNvPr id="467" name="Google Shape;467;p60"/>
              <p:cNvSpPr/>
              <p:nvPr/>
            </p:nvSpPr>
            <p:spPr>
              <a:xfrm>
                <a:off x="4771985"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8" name="Google Shape;468;p60"/>
              <p:cNvSpPr/>
              <p:nvPr/>
            </p:nvSpPr>
            <p:spPr>
              <a:xfrm>
                <a:off x="6830058"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9" name="Google Shape;469;p60"/>
              <p:cNvSpPr/>
              <p:nvPr/>
            </p:nvSpPr>
            <p:spPr>
              <a:xfrm>
                <a:off x="4739562"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_1_1_1_1_1_1">
    <p:spTree>
      <p:nvGrpSpPr>
        <p:cNvPr id="470" name="Shape 470"/>
        <p:cNvGrpSpPr/>
        <p:nvPr/>
      </p:nvGrpSpPr>
      <p:grpSpPr>
        <a:xfrm>
          <a:off x="0" y="0"/>
          <a:ext cx="0" cy="0"/>
          <a:chOff x="0" y="0"/>
          <a:chExt cx="0" cy="0"/>
        </a:xfrm>
      </p:grpSpPr>
      <p:pic>
        <p:nvPicPr>
          <p:cNvPr id="471" name="Google Shape;471;p61"/>
          <p:cNvPicPr preferRelativeResize="0"/>
          <p:nvPr/>
        </p:nvPicPr>
        <p:blipFill rotWithShape="1">
          <a:blip r:embed="rId2">
            <a:alphaModFix/>
          </a:blip>
          <a:srcRect b="8586" l="1018" r="918" t="8932"/>
          <a:stretch/>
        </p:blipFill>
        <p:spPr>
          <a:xfrm flipH="1">
            <a:off x="0" y="-1"/>
            <a:ext cx="9135475" cy="5121576"/>
          </a:xfrm>
          <a:prstGeom prst="rect">
            <a:avLst/>
          </a:prstGeom>
          <a:noFill/>
          <a:ln>
            <a:noFill/>
          </a:ln>
        </p:spPr>
      </p:pic>
      <p:sp>
        <p:nvSpPr>
          <p:cNvPr id="472" name="Google Shape;472;p61"/>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73" name="Google Shape;473;p61"/>
          <p:cNvGrpSpPr/>
          <p:nvPr/>
        </p:nvGrpSpPr>
        <p:grpSpPr>
          <a:xfrm>
            <a:off x="-564461" y="-589419"/>
            <a:ext cx="10324234" cy="7060798"/>
            <a:chOff x="-564461" y="-589419"/>
            <a:chExt cx="10324234" cy="7060798"/>
          </a:xfrm>
        </p:grpSpPr>
        <p:grpSp>
          <p:nvGrpSpPr>
            <p:cNvPr id="474" name="Google Shape;474;p61"/>
            <p:cNvGrpSpPr/>
            <p:nvPr/>
          </p:nvGrpSpPr>
          <p:grpSpPr>
            <a:xfrm rot="8100000">
              <a:off x="45954" y="75943"/>
              <a:ext cx="649282" cy="179386"/>
              <a:chOff x="3454818" y="4206458"/>
              <a:chExt cx="649288" cy="179388"/>
            </a:xfrm>
          </p:grpSpPr>
          <p:sp>
            <p:nvSpPr>
              <p:cNvPr id="475" name="Google Shape;475;p61"/>
              <p:cNvSpPr/>
              <p:nvPr/>
            </p:nvSpPr>
            <p:spPr>
              <a:xfrm>
                <a:off x="3486568" y="420645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6" name="Google Shape;476;p61"/>
              <p:cNvSpPr/>
              <p:nvPr/>
            </p:nvSpPr>
            <p:spPr>
              <a:xfrm>
                <a:off x="3454818" y="432075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7" name="Google Shape;477;p61"/>
              <p:cNvSpPr/>
              <p:nvPr/>
            </p:nvSpPr>
            <p:spPr>
              <a:xfrm>
                <a:off x="4039018" y="426043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78" name="Google Shape;478;p61"/>
            <p:cNvGrpSpPr/>
            <p:nvPr/>
          </p:nvGrpSpPr>
          <p:grpSpPr>
            <a:xfrm rot="5400000">
              <a:off x="-1012867" y="259532"/>
              <a:ext cx="2153797" cy="455895"/>
              <a:chOff x="4554556" y="2233969"/>
              <a:chExt cx="2153797" cy="455895"/>
            </a:xfrm>
          </p:grpSpPr>
          <p:sp>
            <p:nvSpPr>
              <p:cNvPr id="479" name="Google Shape;479;p61"/>
              <p:cNvSpPr/>
              <p:nvPr/>
            </p:nvSpPr>
            <p:spPr>
              <a:xfrm>
                <a:off x="4586979" y="22663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0" name="Google Shape;480;p61"/>
              <p:cNvSpPr/>
              <p:nvPr/>
            </p:nvSpPr>
            <p:spPr>
              <a:xfrm>
                <a:off x="6645053" y="22339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1" name="Google Shape;481;p61"/>
              <p:cNvSpPr/>
              <p:nvPr/>
            </p:nvSpPr>
            <p:spPr>
              <a:xfrm>
                <a:off x="4554556" y="26247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82" name="Google Shape;482;p61"/>
            <p:cNvGrpSpPr/>
            <p:nvPr/>
          </p:nvGrpSpPr>
          <p:grpSpPr>
            <a:xfrm>
              <a:off x="7595147" y="-513200"/>
              <a:ext cx="1017112" cy="1274803"/>
              <a:chOff x="3406775" y="1971675"/>
              <a:chExt cx="946151" cy="1185863"/>
            </a:xfrm>
          </p:grpSpPr>
          <p:sp>
            <p:nvSpPr>
              <p:cNvPr id="483" name="Google Shape;483;p61"/>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4" name="Google Shape;484;p61"/>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5" name="Google Shape;485;p61"/>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86" name="Google Shape;486;p61"/>
            <p:cNvGrpSpPr/>
            <p:nvPr/>
          </p:nvGrpSpPr>
          <p:grpSpPr>
            <a:xfrm>
              <a:off x="7184820" y="-227912"/>
              <a:ext cx="2153797" cy="455801"/>
              <a:chOff x="4886735" y="1558927"/>
              <a:chExt cx="2153797" cy="455801"/>
            </a:xfrm>
          </p:grpSpPr>
          <p:sp>
            <p:nvSpPr>
              <p:cNvPr id="487" name="Google Shape;487;p61"/>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8" name="Google Shape;488;p61"/>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9" name="Google Shape;489;p61"/>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90" name="Google Shape;490;p61"/>
            <p:cNvGrpSpPr/>
            <p:nvPr/>
          </p:nvGrpSpPr>
          <p:grpSpPr>
            <a:xfrm rot="10800000">
              <a:off x="7327380" y="4824550"/>
              <a:ext cx="1868687" cy="1646829"/>
              <a:chOff x="2757488" y="0"/>
              <a:chExt cx="1738314" cy="1531934"/>
            </a:xfrm>
          </p:grpSpPr>
          <p:sp>
            <p:nvSpPr>
              <p:cNvPr id="491" name="Google Shape;491;p61"/>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2" name="Google Shape;492;p61"/>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3" name="Google Shape;493;p61"/>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94" name="Google Shape;494;p61"/>
            <p:cNvGrpSpPr/>
            <p:nvPr/>
          </p:nvGrpSpPr>
          <p:grpSpPr>
            <a:xfrm rot="10800000">
              <a:off x="8904718" y="1425286"/>
              <a:ext cx="855055" cy="686105"/>
              <a:chOff x="3524250" y="2062163"/>
              <a:chExt cx="795400" cy="638237"/>
            </a:xfrm>
          </p:grpSpPr>
          <p:sp>
            <p:nvSpPr>
              <p:cNvPr id="495" name="Google Shape;495;p61"/>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6" name="Google Shape;496;p61"/>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7" name="Google Shape;497;p61"/>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98" name="Google Shape;498;p61"/>
            <p:cNvGrpSpPr/>
            <p:nvPr/>
          </p:nvGrpSpPr>
          <p:grpSpPr>
            <a:xfrm rot="-8100000">
              <a:off x="-39456" y="3828206"/>
              <a:ext cx="1894290" cy="2269579"/>
              <a:chOff x="815014" y="833388"/>
              <a:chExt cx="1762222" cy="2111347"/>
            </a:xfrm>
          </p:grpSpPr>
          <p:sp>
            <p:nvSpPr>
              <p:cNvPr id="499" name="Google Shape;499;p61"/>
              <p:cNvSpPr/>
              <p:nvPr/>
            </p:nvSpPr>
            <p:spPr>
              <a:xfrm rot="451604">
                <a:off x="935258" y="922272"/>
                <a:ext cx="1484312" cy="1933579"/>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0" name="Google Shape;500;p61"/>
              <p:cNvSpPr/>
              <p:nvPr/>
            </p:nvSpPr>
            <p:spPr>
              <a:xfrm rot="458000">
                <a:off x="913958" y="2737148"/>
                <a:ext cx="58720" cy="60207"/>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1" name="Google Shape;501;p61"/>
              <p:cNvSpPr/>
              <p:nvPr/>
            </p:nvSpPr>
            <p:spPr>
              <a:xfrm rot="451615">
                <a:off x="2508165" y="994592"/>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1_1_1_1_1_1_1_1_1">
    <p:spTree>
      <p:nvGrpSpPr>
        <p:cNvPr id="502" name="Shape 502"/>
        <p:cNvGrpSpPr/>
        <p:nvPr/>
      </p:nvGrpSpPr>
      <p:grpSpPr>
        <a:xfrm>
          <a:off x="0" y="0"/>
          <a:ext cx="0" cy="0"/>
          <a:chOff x="0" y="0"/>
          <a:chExt cx="0" cy="0"/>
        </a:xfrm>
      </p:grpSpPr>
      <p:pic>
        <p:nvPicPr>
          <p:cNvPr id="503" name="Google Shape;503;p62"/>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504" name="Google Shape;504;p62"/>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505" name="Google Shape;505;p62"/>
          <p:cNvGrpSpPr/>
          <p:nvPr/>
        </p:nvGrpSpPr>
        <p:grpSpPr>
          <a:xfrm rot="10800000">
            <a:off x="-1019266" y="-180101"/>
            <a:ext cx="11249662" cy="5595715"/>
            <a:chOff x="-1019265" y="-180100"/>
            <a:chExt cx="11249662" cy="5595715"/>
          </a:xfrm>
        </p:grpSpPr>
        <p:grpSp>
          <p:nvGrpSpPr>
            <p:cNvPr id="506" name="Google Shape;506;p62"/>
            <p:cNvGrpSpPr/>
            <p:nvPr/>
          </p:nvGrpSpPr>
          <p:grpSpPr>
            <a:xfrm rot="-2700000">
              <a:off x="105533" y="4132337"/>
              <a:ext cx="616864" cy="614808"/>
              <a:chOff x="2588041" y="-11077"/>
              <a:chExt cx="511959" cy="510252"/>
            </a:xfrm>
          </p:grpSpPr>
          <p:cxnSp>
            <p:nvCxnSpPr>
              <p:cNvPr id="507" name="Google Shape;507;p6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508" name="Google Shape;508;p6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9" name="Google Shape;509;p6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10" name="Google Shape;510;p62"/>
            <p:cNvGrpSpPr/>
            <p:nvPr/>
          </p:nvGrpSpPr>
          <p:grpSpPr>
            <a:xfrm>
              <a:off x="-1019265" y="3660212"/>
              <a:ext cx="1868687" cy="1646829"/>
              <a:chOff x="2757488" y="0"/>
              <a:chExt cx="1738314" cy="1531934"/>
            </a:xfrm>
          </p:grpSpPr>
          <p:sp>
            <p:nvSpPr>
              <p:cNvPr id="511" name="Google Shape;511;p62"/>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2" name="Google Shape;512;p62"/>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3" name="Google Shape;513;p62"/>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14" name="Google Shape;514;p62"/>
            <p:cNvGrpSpPr/>
            <p:nvPr/>
          </p:nvGrpSpPr>
          <p:grpSpPr>
            <a:xfrm rot="-8100000">
              <a:off x="169518" y="140759"/>
              <a:ext cx="649282" cy="179386"/>
              <a:chOff x="3525838" y="4135438"/>
              <a:chExt cx="649288" cy="179388"/>
            </a:xfrm>
          </p:grpSpPr>
          <p:sp>
            <p:nvSpPr>
              <p:cNvPr id="515" name="Google Shape;515;p62"/>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6" name="Google Shape;516;p62"/>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7" name="Google Shape;517;p62"/>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18" name="Google Shape;518;p62"/>
            <p:cNvGrpSpPr/>
            <p:nvPr/>
          </p:nvGrpSpPr>
          <p:grpSpPr>
            <a:xfrm rot="10800000">
              <a:off x="-880346" y="229341"/>
              <a:ext cx="2153797" cy="455895"/>
              <a:chOff x="4630756" y="1700569"/>
              <a:chExt cx="2153797" cy="455895"/>
            </a:xfrm>
          </p:grpSpPr>
          <p:sp>
            <p:nvSpPr>
              <p:cNvPr id="519" name="Google Shape;519;p62"/>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0" name="Google Shape;520;p62"/>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1" name="Google Shape;521;p62"/>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22" name="Google Shape;522;p62"/>
            <p:cNvGrpSpPr/>
            <p:nvPr/>
          </p:nvGrpSpPr>
          <p:grpSpPr>
            <a:xfrm rot="10800000">
              <a:off x="8076600" y="4671138"/>
              <a:ext cx="2153797" cy="455801"/>
              <a:chOff x="4886735" y="1558927"/>
              <a:chExt cx="2153797" cy="455801"/>
            </a:xfrm>
          </p:grpSpPr>
          <p:sp>
            <p:nvSpPr>
              <p:cNvPr id="523" name="Google Shape;523;p62"/>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4" name="Google Shape;524;p62"/>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5" name="Google Shape;525;p62"/>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26" name="Google Shape;526;p62"/>
            <p:cNvGrpSpPr/>
            <p:nvPr/>
          </p:nvGrpSpPr>
          <p:grpSpPr>
            <a:xfrm rot="10800000">
              <a:off x="8644952" y="-180100"/>
              <a:ext cx="1017112" cy="1274803"/>
              <a:chOff x="3406775" y="1971675"/>
              <a:chExt cx="946151" cy="1185863"/>
            </a:xfrm>
          </p:grpSpPr>
          <p:sp>
            <p:nvSpPr>
              <p:cNvPr id="527" name="Google Shape;527;p6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8" name="Google Shape;528;p6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9" name="Google Shape;529;p6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30" name="Google Shape;530;p62"/>
            <p:cNvGrpSpPr/>
            <p:nvPr/>
          </p:nvGrpSpPr>
          <p:grpSpPr>
            <a:xfrm rot="10800000">
              <a:off x="8063598" y="-864"/>
              <a:ext cx="855055" cy="686105"/>
              <a:chOff x="3524250" y="2062163"/>
              <a:chExt cx="795400" cy="638237"/>
            </a:xfrm>
          </p:grpSpPr>
          <p:sp>
            <p:nvSpPr>
              <p:cNvPr id="531" name="Google Shape;531;p62"/>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2" name="Google Shape;532;p62"/>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3" name="Google Shape;533;p62"/>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34" name="Google Shape;534;p62"/>
            <p:cNvGrpSpPr/>
            <p:nvPr/>
          </p:nvGrpSpPr>
          <p:grpSpPr>
            <a:xfrm rot="-900094">
              <a:off x="8115699" y="4731415"/>
              <a:ext cx="616893" cy="614837"/>
              <a:chOff x="2588041" y="-11077"/>
              <a:chExt cx="511959" cy="510252"/>
            </a:xfrm>
          </p:grpSpPr>
          <p:cxnSp>
            <p:nvCxnSpPr>
              <p:cNvPr id="535" name="Google Shape;535;p6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536" name="Google Shape;536;p6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7" name="Google Shape;537;p6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1_1_1_1_1_1_1_1_1_1">
    <p:spTree>
      <p:nvGrpSpPr>
        <p:cNvPr id="538" name="Shape 538"/>
        <p:cNvGrpSpPr/>
        <p:nvPr/>
      </p:nvGrpSpPr>
      <p:grpSpPr>
        <a:xfrm>
          <a:off x="0" y="0"/>
          <a:ext cx="0" cy="0"/>
          <a:chOff x="0" y="0"/>
          <a:chExt cx="0" cy="0"/>
        </a:xfrm>
      </p:grpSpPr>
      <p:pic>
        <p:nvPicPr>
          <p:cNvPr id="539" name="Google Shape;539;p63"/>
          <p:cNvPicPr preferRelativeResize="0"/>
          <p:nvPr/>
        </p:nvPicPr>
        <p:blipFill rotWithShape="1">
          <a:blip r:embed="rId2">
            <a:alphaModFix/>
          </a:blip>
          <a:srcRect b="8759" l="1018" r="918" t="0"/>
          <a:stretch/>
        </p:blipFill>
        <p:spPr>
          <a:xfrm rot="10800000">
            <a:off x="0" y="10973"/>
            <a:ext cx="9135475" cy="5665377"/>
          </a:xfrm>
          <a:prstGeom prst="rect">
            <a:avLst/>
          </a:prstGeom>
          <a:noFill/>
          <a:ln>
            <a:noFill/>
          </a:ln>
        </p:spPr>
      </p:pic>
      <p:sp>
        <p:nvSpPr>
          <p:cNvPr id="540" name="Google Shape;540;p63"/>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541" name="Google Shape;541;p63"/>
          <p:cNvGrpSpPr/>
          <p:nvPr/>
        </p:nvGrpSpPr>
        <p:grpSpPr>
          <a:xfrm>
            <a:off x="254753" y="-383828"/>
            <a:ext cx="10284224" cy="6478811"/>
            <a:chOff x="254753" y="-383828"/>
            <a:chExt cx="10284224" cy="6478811"/>
          </a:xfrm>
        </p:grpSpPr>
        <p:grpSp>
          <p:nvGrpSpPr>
            <p:cNvPr id="542" name="Google Shape;542;p63"/>
            <p:cNvGrpSpPr/>
            <p:nvPr/>
          </p:nvGrpSpPr>
          <p:grpSpPr>
            <a:xfrm rot="7199964">
              <a:off x="8414061" y="35777"/>
              <a:ext cx="1901134" cy="1614433"/>
              <a:chOff x="2649767" y="30163"/>
              <a:chExt cx="1768465" cy="1501771"/>
            </a:xfrm>
          </p:grpSpPr>
          <p:sp>
            <p:nvSpPr>
              <p:cNvPr id="543" name="Google Shape;543;p63"/>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4" name="Google Shape;544;p63"/>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45" name="Google Shape;545;p63"/>
            <p:cNvGrpSpPr/>
            <p:nvPr/>
          </p:nvGrpSpPr>
          <p:grpSpPr>
            <a:xfrm rot="-2700000">
              <a:off x="610625" y="4171188"/>
              <a:ext cx="1505635" cy="1630213"/>
              <a:chOff x="1566745" y="351836"/>
              <a:chExt cx="1400480" cy="1516353"/>
            </a:xfrm>
          </p:grpSpPr>
          <p:sp>
            <p:nvSpPr>
              <p:cNvPr id="546" name="Google Shape;546;p63"/>
              <p:cNvSpPr/>
              <p:nvPr/>
            </p:nvSpPr>
            <p:spPr>
              <a:xfrm rot="2420011">
                <a:off x="1824866" y="546079"/>
                <a:ext cx="884238" cy="1122364"/>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 name="Google Shape;547;p63"/>
              <p:cNvSpPr/>
              <p:nvPr/>
            </p:nvSpPr>
            <p:spPr>
              <a:xfrm rot="2420005">
                <a:off x="2208338" y="1789774"/>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 name="Google Shape;548;p63"/>
              <p:cNvSpPr/>
              <p:nvPr/>
            </p:nvSpPr>
            <p:spPr>
              <a:xfrm rot="2426555">
                <a:off x="2264854" y="363869"/>
                <a:ext cx="58734" cy="58734"/>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49" name="Google Shape;549;p63"/>
            <p:cNvGrpSpPr/>
            <p:nvPr/>
          </p:nvGrpSpPr>
          <p:grpSpPr>
            <a:xfrm rot="8100000">
              <a:off x="8089256" y="5065597"/>
              <a:ext cx="649282" cy="179386"/>
              <a:chOff x="3284200" y="3877129"/>
              <a:chExt cx="649288" cy="179388"/>
            </a:xfrm>
          </p:grpSpPr>
          <p:sp>
            <p:nvSpPr>
              <p:cNvPr id="550" name="Google Shape;550;p63"/>
              <p:cNvSpPr/>
              <p:nvPr/>
            </p:nvSpPr>
            <p:spPr>
              <a:xfrm>
                <a:off x="3315950" y="3877129"/>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 name="Google Shape;551;p63"/>
              <p:cNvSpPr/>
              <p:nvPr/>
            </p:nvSpPr>
            <p:spPr>
              <a:xfrm>
                <a:off x="3284200" y="3991429"/>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 name="Google Shape;552;p63"/>
              <p:cNvSpPr/>
              <p:nvPr/>
            </p:nvSpPr>
            <p:spPr>
              <a:xfrm>
                <a:off x="3868400" y="3931104"/>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1_1_1_1_1_1_1_1_1_1_1">
    <p:spTree>
      <p:nvGrpSpPr>
        <p:cNvPr id="553" name="Shape 553"/>
        <p:cNvGrpSpPr/>
        <p:nvPr/>
      </p:nvGrpSpPr>
      <p:grpSpPr>
        <a:xfrm>
          <a:off x="0" y="0"/>
          <a:ext cx="0" cy="0"/>
          <a:chOff x="0" y="0"/>
          <a:chExt cx="0" cy="0"/>
        </a:xfrm>
      </p:grpSpPr>
      <p:pic>
        <p:nvPicPr>
          <p:cNvPr id="554" name="Google Shape;554;p64"/>
          <p:cNvPicPr preferRelativeResize="0"/>
          <p:nvPr/>
        </p:nvPicPr>
        <p:blipFill rotWithShape="1">
          <a:blip r:embed="rId2">
            <a:alphaModFix/>
          </a:blip>
          <a:srcRect b="8581" l="1018" r="1035" t="8581"/>
          <a:stretch/>
        </p:blipFill>
        <p:spPr>
          <a:xfrm rot="10800000">
            <a:off x="10975" y="0"/>
            <a:ext cx="9124500" cy="5143500"/>
          </a:xfrm>
          <a:prstGeom prst="rect">
            <a:avLst/>
          </a:prstGeom>
          <a:noFill/>
          <a:ln>
            <a:noFill/>
          </a:ln>
        </p:spPr>
      </p:pic>
      <p:sp>
        <p:nvSpPr>
          <p:cNvPr id="555" name="Google Shape;555;p64"/>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556" name="Google Shape;556;p64"/>
          <p:cNvGrpSpPr/>
          <p:nvPr/>
        </p:nvGrpSpPr>
        <p:grpSpPr>
          <a:xfrm>
            <a:off x="-715553" y="-460941"/>
            <a:ext cx="10709821" cy="5866826"/>
            <a:chOff x="-715553" y="-460941"/>
            <a:chExt cx="10709821" cy="5866826"/>
          </a:xfrm>
        </p:grpSpPr>
        <p:grpSp>
          <p:nvGrpSpPr>
            <p:cNvPr id="557" name="Google Shape;557;p64"/>
            <p:cNvGrpSpPr/>
            <p:nvPr/>
          </p:nvGrpSpPr>
          <p:grpSpPr>
            <a:xfrm rot="-8100000">
              <a:off x="4210997" y="5023191"/>
              <a:ext cx="649282" cy="179386"/>
              <a:chOff x="3525838" y="4135438"/>
              <a:chExt cx="649288" cy="179388"/>
            </a:xfrm>
          </p:grpSpPr>
          <p:sp>
            <p:nvSpPr>
              <p:cNvPr id="558" name="Google Shape;558;p64"/>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9" name="Google Shape;559;p64"/>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 name="Google Shape;560;p64"/>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61" name="Google Shape;561;p64"/>
            <p:cNvGrpSpPr/>
            <p:nvPr/>
          </p:nvGrpSpPr>
          <p:grpSpPr>
            <a:xfrm rot="8999956">
              <a:off x="7870826" y="4255315"/>
              <a:ext cx="2153749" cy="455885"/>
              <a:chOff x="4630756" y="1700569"/>
              <a:chExt cx="2153797" cy="455895"/>
            </a:xfrm>
          </p:grpSpPr>
          <p:sp>
            <p:nvSpPr>
              <p:cNvPr id="562" name="Google Shape;562;p64"/>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3" name="Google Shape;563;p64"/>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4" name="Google Shape;564;p64"/>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65" name="Google Shape;565;p64"/>
            <p:cNvGrpSpPr/>
            <p:nvPr/>
          </p:nvGrpSpPr>
          <p:grpSpPr>
            <a:xfrm rot="-8100000">
              <a:off x="-105620" y="4255363"/>
              <a:ext cx="2153776" cy="455797"/>
              <a:chOff x="4886735" y="1558927"/>
              <a:chExt cx="2153797" cy="455801"/>
            </a:xfrm>
          </p:grpSpPr>
          <p:sp>
            <p:nvSpPr>
              <p:cNvPr id="566" name="Google Shape;566;p64"/>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7" name="Google Shape;567;p64"/>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8" name="Google Shape;568;p64"/>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69" name="Google Shape;569;p64"/>
            <p:cNvGrpSpPr/>
            <p:nvPr/>
          </p:nvGrpSpPr>
          <p:grpSpPr>
            <a:xfrm rot="10800000">
              <a:off x="8005256" y="-427142"/>
              <a:ext cx="1017112" cy="1274803"/>
              <a:chOff x="3406775" y="1971675"/>
              <a:chExt cx="946151" cy="1185863"/>
            </a:xfrm>
          </p:grpSpPr>
          <p:sp>
            <p:nvSpPr>
              <p:cNvPr id="570" name="Google Shape;570;p6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1" name="Google Shape;571;p6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2" name="Google Shape;572;p6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73" name="Google Shape;573;p64"/>
            <p:cNvGrpSpPr/>
            <p:nvPr/>
          </p:nvGrpSpPr>
          <p:grpSpPr>
            <a:xfrm rot="10800000">
              <a:off x="4279177" y="-460931"/>
              <a:ext cx="855055" cy="686105"/>
              <a:chOff x="3524250" y="2062163"/>
              <a:chExt cx="795400" cy="638237"/>
            </a:xfrm>
          </p:grpSpPr>
          <p:sp>
            <p:nvSpPr>
              <p:cNvPr id="574" name="Google Shape;574;p64"/>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5" name="Google Shape;575;p64"/>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6" name="Google Shape;576;p64"/>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77" name="Google Shape;577;p64"/>
            <p:cNvGrpSpPr/>
            <p:nvPr/>
          </p:nvGrpSpPr>
          <p:grpSpPr>
            <a:xfrm rot="9900119">
              <a:off x="-534290" y="-247192"/>
              <a:ext cx="1868723" cy="1646861"/>
              <a:chOff x="2757488" y="0"/>
              <a:chExt cx="1738314" cy="1531934"/>
            </a:xfrm>
          </p:grpSpPr>
          <p:sp>
            <p:nvSpPr>
              <p:cNvPr id="578" name="Google Shape;578;p64"/>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9" name="Google Shape;579;p64"/>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0" name="Google Shape;580;p64"/>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1_1_1_1_1_1_1_1_1_1_1_1">
    <p:spTree>
      <p:nvGrpSpPr>
        <p:cNvPr id="581" name="Shape 581"/>
        <p:cNvGrpSpPr/>
        <p:nvPr/>
      </p:nvGrpSpPr>
      <p:grpSpPr>
        <a:xfrm>
          <a:off x="0" y="0"/>
          <a:ext cx="0" cy="0"/>
          <a:chOff x="0" y="0"/>
          <a:chExt cx="0" cy="0"/>
        </a:xfrm>
      </p:grpSpPr>
      <p:pic>
        <p:nvPicPr>
          <p:cNvPr id="582" name="Google Shape;582;p65"/>
          <p:cNvPicPr preferRelativeResize="0"/>
          <p:nvPr/>
        </p:nvPicPr>
        <p:blipFill rotWithShape="1">
          <a:blip r:embed="rId2">
            <a:alphaModFix/>
          </a:blip>
          <a:srcRect b="8581" l="901" r="1154" t="8581"/>
          <a:stretch/>
        </p:blipFill>
        <p:spPr>
          <a:xfrm rot="10800000">
            <a:off x="21925" y="-1"/>
            <a:ext cx="9124500" cy="5143500"/>
          </a:xfrm>
          <a:prstGeom prst="rect">
            <a:avLst/>
          </a:prstGeom>
          <a:noFill/>
          <a:ln>
            <a:noFill/>
          </a:ln>
        </p:spPr>
      </p:pic>
      <p:sp>
        <p:nvSpPr>
          <p:cNvPr id="583" name="Google Shape;583;p65"/>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584" name="Google Shape;584;p65"/>
          <p:cNvGrpSpPr/>
          <p:nvPr/>
        </p:nvGrpSpPr>
        <p:grpSpPr>
          <a:xfrm>
            <a:off x="-1115635" y="-681169"/>
            <a:ext cx="11685793" cy="6187191"/>
            <a:chOff x="-1115635" y="-681169"/>
            <a:chExt cx="11685793" cy="6187191"/>
          </a:xfrm>
        </p:grpSpPr>
        <p:grpSp>
          <p:nvGrpSpPr>
            <p:cNvPr id="585" name="Google Shape;585;p65"/>
            <p:cNvGrpSpPr/>
            <p:nvPr/>
          </p:nvGrpSpPr>
          <p:grpSpPr>
            <a:xfrm rot="10800000">
              <a:off x="656995" y="4836096"/>
              <a:ext cx="616859" cy="614803"/>
              <a:chOff x="2588041" y="-11077"/>
              <a:chExt cx="511959" cy="510252"/>
            </a:xfrm>
          </p:grpSpPr>
          <p:cxnSp>
            <p:nvCxnSpPr>
              <p:cNvPr id="586" name="Google Shape;586;p65"/>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587" name="Google Shape;587;p65"/>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8" name="Google Shape;588;p65"/>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89" name="Google Shape;589;p65"/>
            <p:cNvGrpSpPr/>
            <p:nvPr/>
          </p:nvGrpSpPr>
          <p:grpSpPr>
            <a:xfrm rot="-8100000">
              <a:off x="323765" y="70054"/>
              <a:ext cx="649282" cy="179386"/>
              <a:chOff x="3525838" y="4135438"/>
              <a:chExt cx="649288" cy="179388"/>
            </a:xfrm>
          </p:grpSpPr>
          <p:sp>
            <p:nvSpPr>
              <p:cNvPr id="590" name="Google Shape;590;p65"/>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1" name="Google Shape;591;p65"/>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2" name="Google Shape;592;p65"/>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93" name="Google Shape;593;p65"/>
            <p:cNvGrpSpPr/>
            <p:nvPr/>
          </p:nvGrpSpPr>
          <p:grpSpPr>
            <a:xfrm rot="10800000">
              <a:off x="-726099" y="158635"/>
              <a:ext cx="2153797" cy="455895"/>
              <a:chOff x="4630756" y="1700569"/>
              <a:chExt cx="2153797" cy="455895"/>
            </a:xfrm>
          </p:grpSpPr>
          <p:sp>
            <p:nvSpPr>
              <p:cNvPr id="594" name="Google Shape;594;p65"/>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5" name="Google Shape;595;p65"/>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6" name="Google Shape;596;p65"/>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97" name="Google Shape;597;p65"/>
            <p:cNvGrpSpPr/>
            <p:nvPr/>
          </p:nvGrpSpPr>
          <p:grpSpPr>
            <a:xfrm rot="-8100000">
              <a:off x="8570647" y="4355500"/>
              <a:ext cx="2153776" cy="455797"/>
              <a:chOff x="4886735" y="1558927"/>
              <a:chExt cx="2153797" cy="455801"/>
            </a:xfrm>
          </p:grpSpPr>
          <p:sp>
            <p:nvSpPr>
              <p:cNvPr id="598" name="Google Shape;598;p65"/>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9" name="Google Shape;599;p65"/>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0" name="Google Shape;600;p65"/>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01" name="Google Shape;601;p65"/>
            <p:cNvGrpSpPr/>
            <p:nvPr/>
          </p:nvGrpSpPr>
          <p:grpSpPr>
            <a:xfrm rot="10800000">
              <a:off x="8635448" y="1195445"/>
              <a:ext cx="1017112" cy="1274803"/>
              <a:chOff x="3406775" y="1971675"/>
              <a:chExt cx="946151" cy="1185863"/>
            </a:xfrm>
          </p:grpSpPr>
          <p:sp>
            <p:nvSpPr>
              <p:cNvPr id="602" name="Google Shape;602;p6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3" name="Google Shape;603;p6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4" name="Google Shape;604;p6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05" name="Google Shape;605;p65"/>
            <p:cNvGrpSpPr/>
            <p:nvPr/>
          </p:nvGrpSpPr>
          <p:grpSpPr>
            <a:xfrm rot="10800000">
              <a:off x="7989245" y="-681169"/>
              <a:ext cx="855055" cy="686105"/>
              <a:chOff x="3524250" y="2062163"/>
              <a:chExt cx="795400" cy="638237"/>
            </a:xfrm>
          </p:grpSpPr>
          <p:sp>
            <p:nvSpPr>
              <p:cNvPr id="606" name="Google Shape;606;p65"/>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7" name="Google Shape;607;p65"/>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8" name="Google Shape;608;p65"/>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09" name="Google Shape;609;p65"/>
            <p:cNvGrpSpPr/>
            <p:nvPr/>
          </p:nvGrpSpPr>
          <p:grpSpPr>
            <a:xfrm rot="9900119">
              <a:off x="-934372" y="1901883"/>
              <a:ext cx="1868723" cy="1646861"/>
              <a:chOff x="2757488" y="0"/>
              <a:chExt cx="1738314" cy="1531934"/>
            </a:xfrm>
          </p:grpSpPr>
          <p:sp>
            <p:nvSpPr>
              <p:cNvPr id="610" name="Google Shape;610;p65"/>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1" name="Google Shape;611;p65"/>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2" name="Google Shape;612;p65"/>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CUSTOM_1_1_1_1_1_1_1_1_1_1_1_1_1">
    <p:spTree>
      <p:nvGrpSpPr>
        <p:cNvPr id="613" name="Shape 613"/>
        <p:cNvGrpSpPr/>
        <p:nvPr/>
      </p:nvGrpSpPr>
      <p:grpSpPr>
        <a:xfrm>
          <a:off x="0" y="0"/>
          <a:ext cx="0" cy="0"/>
          <a:chOff x="0" y="0"/>
          <a:chExt cx="0" cy="0"/>
        </a:xfrm>
      </p:grpSpPr>
      <p:pic>
        <p:nvPicPr>
          <p:cNvPr id="614" name="Google Shape;614;p66"/>
          <p:cNvPicPr preferRelativeResize="0"/>
          <p:nvPr/>
        </p:nvPicPr>
        <p:blipFill rotWithShape="1">
          <a:blip r:embed="rId2">
            <a:alphaModFix/>
          </a:blip>
          <a:srcRect b="8581" l="475" r="463" t="8581"/>
          <a:stretch/>
        </p:blipFill>
        <p:spPr>
          <a:xfrm>
            <a:off x="375" y="0"/>
            <a:ext cx="9144000" cy="5143500"/>
          </a:xfrm>
          <a:prstGeom prst="rect">
            <a:avLst/>
          </a:prstGeom>
          <a:noFill/>
          <a:ln>
            <a:noFill/>
          </a:ln>
        </p:spPr>
      </p:pic>
      <p:sp>
        <p:nvSpPr>
          <p:cNvPr id="615" name="Google Shape;615;p66"/>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616" name="Google Shape;616;p66"/>
          <p:cNvGrpSpPr/>
          <p:nvPr/>
        </p:nvGrpSpPr>
        <p:grpSpPr>
          <a:xfrm>
            <a:off x="8570218" y="973554"/>
            <a:ext cx="616859" cy="614803"/>
            <a:chOff x="2588041" y="-11077"/>
            <a:chExt cx="511959" cy="510252"/>
          </a:xfrm>
        </p:grpSpPr>
        <p:cxnSp>
          <p:nvCxnSpPr>
            <p:cNvPr id="617" name="Google Shape;617;p66"/>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618" name="Google Shape;618;p66"/>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9" name="Google Shape;619;p66"/>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20" name="Google Shape;620;p66"/>
          <p:cNvGrpSpPr/>
          <p:nvPr/>
        </p:nvGrpSpPr>
        <p:grpSpPr>
          <a:xfrm rot="2700000">
            <a:off x="8871012" y="4513813"/>
            <a:ext cx="649282" cy="179386"/>
            <a:chOff x="3525838" y="4135438"/>
            <a:chExt cx="649288" cy="179388"/>
          </a:xfrm>
        </p:grpSpPr>
        <p:sp>
          <p:nvSpPr>
            <p:cNvPr id="621" name="Google Shape;621;p66"/>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2" name="Google Shape;622;p66"/>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3" name="Google Shape;623;p66"/>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24" name="Google Shape;624;p66"/>
          <p:cNvGrpSpPr/>
          <p:nvPr/>
        </p:nvGrpSpPr>
        <p:grpSpPr>
          <a:xfrm>
            <a:off x="8328612" y="4375547"/>
            <a:ext cx="2153797" cy="455895"/>
            <a:chOff x="4630756" y="1700569"/>
            <a:chExt cx="2153797" cy="455895"/>
          </a:xfrm>
        </p:grpSpPr>
        <p:sp>
          <p:nvSpPr>
            <p:cNvPr id="625" name="Google Shape;625;p66"/>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6" name="Google Shape;626;p66"/>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7" name="Google Shape;627;p66"/>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28" name="Google Shape;628;p66"/>
          <p:cNvGrpSpPr/>
          <p:nvPr/>
        </p:nvGrpSpPr>
        <p:grpSpPr>
          <a:xfrm rot="2700000">
            <a:off x="-880364" y="312106"/>
            <a:ext cx="2153776" cy="455797"/>
            <a:chOff x="4886735" y="1558927"/>
            <a:chExt cx="2153797" cy="455801"/>
          </a:xfrm>
        </p:grpSpPr>
        <p:sp>
          <p:nvSpPr>
            <p:cNvPr id="629" name="Google Shape;629;p66"/>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0" name="Google Shape;630;p66"/>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1" name="Google Shape;631;p66"/>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32" name="Google Shape;632;p66"/>
          <p:cNvGrpSpPr/>
          <p:nvPr/>
        </p:nvGrpSpPr>
        <p:grpSpPr>
          <a:xfrm>
            <a:off x="-195601" y="3701330"/>
            <a:ext cx="1017112" cy="1274803"/>
            <a:chOff x="3406775" y="1971675"/>
            <a:chExt cx="946151" cy="1185863"/>
          </a:xfrm>
        </p:grpSpPr>
        <p:sp>
          <p:nvSpPr>
            <p:cNvPr id="633" name="Google Shape;633;p66"/>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4" name="Google Shape;634;p66"/>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5" name="Google Shape;635;p66"/>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36" name="Google Shape;636;p66"/>
          <p:cNvGrpSpPr/>
          <p:nvPr/>
        </p:nvGrpSpPr>
        <p:grpSpPr>
          <a:xfrm>
            <a:off x="999759" y="4819917"/>
            <a:ext cx="855055" cy="686105"/>
            <a:chOff x="3524250" y="2062163"/>
            <a:chExt cx="795400" cy="638237"/>
          </a:xfrm>
        </p:grpSpPr>
        <p:sp>
          <p:nvSpPr>
            <p:cNvPr id="637" name="Google Shape;637;p66"/>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8" name="Google Shape;638;p66"/>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9" name="Google Shape;639;p66"/>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40" name="Google Shape;640;p66"/>
          <p:cNvGrpSpPr/>
          <p:nvPr/>
        </p:nvGrpSpPr>
        <p:grpSpPr>
          <a:xfrm rot="-899881">
            <a:off x="7834608" y="3182471"/>
            <a:ext cx="1868723" cy="1646861"/>
            <a:chOff x="2757488" y="0"/>
            <a:chExt cx="1738314" cy="1531934"/>
          </a:xfrm>
        </p:grpSpPr>
        <p:sp>
          <p:nvSpPr>
            <p:cNvPr id="641" name="Google Shape;641;p66"/>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2" name="Google Shape;642;p66"/>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3" name="Google Shape;643;p66"/>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2">
  <p:cSld name="CUSTOM_1_1_1_1_1_1_1_1_1_1_1_1_1_1">
    <p:spTree>
      <p:nvGrpSpPr>
        <p:cNvPr id="644" name="Shape 644"/>
        <p:cNvGrpSpPr/>
        <p:nvPr/>
      </p:nvGrpSpPr>
      <p:grpSpPr>
        <a:xfrm>
          <a:off x="0" y="0"/>
          <a:ext cx="0" cy="0"/>
          <a:chOff x="0" y="0"/>
          <a:chExt cx="0" cy="0"/>
        </a:xfrm>
      </p:grpSpPr>
      <p:pic>
        <p:nvPicPr>
          <p:cNvPr id="645" name="Google Shape;645;p67"/>
          <p:cNvPicPr preferRelativeResize="0"/>
          <p:nvPr/>
        </p:nvPicPr>
        <p:blipFill rotWithShape="1">
          <a:blip r:embed="rId2">
            <a:alphaModFix/>
          </a:blip>
          <a:srcRect b="8581" l="901" r="1038" t="8581"/>
          <a:stretch/>
        </p:blipFill>
        <p:spPr>
          <a:xfrm rot="10800000">
            <a:off x="10975" y="-1"/>
            <a:ext cx="9135450" cy="5143500"/>
          </a:xfrm>
          <a:prstGeom prst="rect">
            <a:avLst/>
          </a:prstGeom>
          <a:noFill/>
          <a:ln>
            <a:noFill/>
          </a:ln>
        </p:spPr>
      </p:pic>
      <p:sp>
        <p:nvSpPr>
          <p:cNvPr id="646" name="Google Shape;646;p67"/>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647" name="Google Shape;647;p67"/>
          <p:cNvGrpSpPr/>
          <p:nvPr/>
        </p:nvGrpSpPr>
        <p:grpSpPr>
          <a:xfrm rot="8100000">
            <a:off x="45954" y="251706"/>
            <a:ext cx="649282" cy="179386"/>
            <a:chOff x="3525838" y="4135438"/>
            <a:chExt cx="649288" cy="179388"/>
          </a:xfrm>
        </p:grpSpPr>
        <p:sp>
          <p:nvSpPr>
            <p:cNvPr id="648" name="Google Shape;648;p67"/>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9" name="Google Shape;649;p67"/>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0" name="Google Shape;650;p67"/>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51" name="Google Shape;651;p67"/>
          <p:cNvGrpSpPr/>
          <p:nvPr/>
        </p:nvGrpSpPr>
        <p:grpSpPr>
          <a:xfrm rot="5400000">
            <a:off x="-706292" y="312057"/>
            <a:ext cx="2153797" cy="455895"/>
            <a:chOff x="4630756" y="1700569"/>
            <a:chExt cx="2153797" cy="455895"/>
          </a:xfrm>
        </p:grpSpPr>
        <p:sp>
          <p:nvSpPr>
            <p:cNvPr id="652" name="Google Shape;652;p6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3" name="Google Shape;653;p6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4" name="Google Shape;654;p6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55" name="Google Shape;655;p67"/>
          <p:cNvGrpSpPr/>
          <p:nvPr/>
        </p:nvGrpSpPr>
        <p:grpSpPr>
          <a:xfrm>
            <a:off x="7595147" y="94763"/>
            <a:ext cx="1017112" cy="1274803"/>
            <a:chOff x="3406775" y="1971675"/>
            <a:chExt cx="946151" cy="1185863"/>
          </a:xfrm>
        </p:grpSpPr>
        <p:sp>
          <p:nvSpPr>
            <p:cNvPr id="656" name="Google Shape;656;p67"/>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7" name="Google Shape;657;p67"/>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8" name="Google Shape;658;p67"/>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59" name="Google Shape;659;p67"/>
          <p:cNvGrpSpPr/>
          <p:nvPr/>
        </p:nvGrpSpPr>
        <p:grpSpPr>
          <a:xfrm>
            <a:off x="7184820" y="46674"/>
            <a:ext cx="2153797" cy="455801"/>
            <a:chOff x="4886735" y="1558927"/>
            <a:chExt cx="2153797" cy="455801"/>
          </a:xfrm>
        </p:grpSpPr>
        <p:sp>
          <p:nvSpPr>
            <p:cNvPr id="660" name="Google Shape;660;p67"/>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1" name="Google Shape;661;p67"/>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2" name="Google Shape;662;p67"/>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63" name="Google Shape;663;p67"/>
          <p:cNvGrpSpPr/>
          <p:nvPr/>
        </p:nvGrpSpPr>
        <p:grpSpPr>
          <a:xfrm rot="10800000">
            <a:off x="5463005" y="4824575"/>
            <a:ext cx="1868687" cy="1646829"/>
            <a:chOff x="2757488" y="0"/>
            <a:chExt cx="1738314" cy="1531934"/>
          </a:xfrm>
        </p:grpSpPr>
        <p:sp>
          <p:nvSpPr>
            <p:cNvPr id="664" name="Google Shape;664;p6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5" name="Google Shape;665;p6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6" name="Google Shape;666;p6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67" name="Google Shape;667;p67"/>
          <p:cNvGrpSpPr/>
          <p:nvPr/>
        </p:nvGrpSpPr>
        <p:grpSpPr>
          <a:xfrm rot="-8100000">
            <a:off x="2420546" y="3798173"/>
            <a:ext cx="1631389" cy="2146716"/>
            <a:chOff x="987425" y="941388"/>
            <a:chExt cx="1517651" cy="1997050"/>
          </a:xfrm>
        </p:grpSpPr>
        <p:sp>
          <p:nvSpPr>
            <p:cNvPr id="668" name="Google Shape;668;p67"/>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9" name="Google Shape;669;p67"/>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0" name="Google Shape;670;p67"/>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71" name="Shape 671"/>
        <p:cNvGrpSpPr/>
        <p:nvPr/>
      </p:nvGrpSpPr>
      <p:grpSpPr>
        <a:xfrm>
          <a:off x="0" y="0"/>
          <a:ext cx="0" cy="0"/>
          <a:chOff x="0" y="0"/>
          <a:chExt cx="0" cy="0"/>
        </a:xfrm>
      </p:grpSpPr>
      <p:pic>
        <p:nvPicPr>
          <p:cNvPr id="672" name="Google Shape;672;p68"/>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673" name="Google Shape;673;p68"/>
          <p:cNvSpPr txBox="1"/>
          <p:nvPr>
            <p:ph type="title"/>
          </p:nvPr>
        </p:nvSpPr>
        <p:spPr>
          <a:xfrm>
            <a:off x="4291600" y="3092825"/>
            <a:ext cx="3312300" cy="6063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674" name="Google Shape;674;p68"/>
          <p:cNvSpPr txBox="1"/>
          <p:nvPr>
            <p:ph idx="1" type="subTitle"/>
          </p:nvPr>
        </p:nvSpPr>
        <p:spPr>
          <a:xfrm>
            <a:off x="1458125" y="1352525"/>
            <a:ext cx="6227700" cy="1740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grpSp>
        <p:nvGrpSpPr>
          <p:cNvPr id="675" name="Google Shape;675;p68"/>
          <p:cNvGrpSpPr/>
          <p:nvPr/>
        </p:nvGrpSpPr>
        <p:grpSpPr>
          <a:xfrm>
            <a:off x="-427522" y="-603137"/>
            <a:ext cx="10187295" cy="5933965"/>
            <a:chOff x="-427522" y="-603137"/>
            <a:chExt cx="10187295" cy="5933965"/>
          </a:xfrm>
        </p:grpSpPr>
        <p:grpSp>
          <p:nvGrpSpPr>
            <p:cNvPr id="676" name="Google Shape;676;p68"/>
            <p:cNvGrpSpPr/>
            <p:nvPr/>
          </p:nvGrpSpPr>
          <p:grpSpPr>
            <a:xfrm rot="-2700000">
              <a:off x="8637016" y="4371926"/>
              <a:ext cx="649282" cy="179386"/>
              <a:chOff x="3525838" y="4135438"/>
              <a:chExt cx="649288" cy="179388"/>
            </a:xfrm>
          </p:grpSpPr>
          <p:sp>
            <p:nvSpPr>
              <p:cNvPr id="677" name="Google Shape;677;p68"/>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8" name="Google Shape;678;p68"/>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9" name="Google Shape;679;p68"/>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80" name="Google Shape;680;p68"/>
            <p:cNvGrpSpPr/>
            <p:nvPr/>
          </p:nvGrpSpPr>
          <p:grpSpPr>
            <a:xfrm rot="-5400000">
              <a:off x="7657922" y="3936065"/>
              <a:ext cx="2153797" cy="455895"/>
              <a:chOff x="4630756" y="1700569"/>
              <a:chExt cx="2153797" cy="455895"/>
            </a:xfrm>
          </p:grpSpPr>
          <p:sp>
            <p:nvSpPr>
              <p:cNvPr id="681" name="Google Shape;681;p6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2" name="Google Shape;682;p6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3" name="Google Shape;683;p68"/>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84" name="Google Shape;684;p68"/>
            <p:cNvGrpSpPr/>
            <p:nvPr/>
          </p:nvGrpSpPr>
          <p:grpSpPr>
            <a:xfrm rot="10800000">
              <a:off x="719992" y="3966089"/>
              <a:ext cx="1017112" cy="1274803"/>
              <a:chOff x="3406775" y="1971675"/>
              <a:chExt cx="946151" cy="1185863"/>
            </a:xfrm>
          </p:grpSpPr>
          <p:sp>
            <p:nvSpPr>
              <p:cNvPr id="685" name="Google Shape;685;p6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6" name="Google Shape;686;p6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7" name="Google Shape;687;p6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88" name="Google Shape;688;p68"/>
            <p:cNvGrpSpPr/>
            <p:nvPr/>
          </p:nvGrpSpPr>
          <p:grpSpPr>
            <a:xfrm rot="10800000">
              <a:off x="-6365" y="4875027"/>
              <a:ext cx="2153797" cy="455801"/>
              <a:chOff x="4886735" y="1558927"/>
              <a:chExt cx="2153797" cy="455801"/>
            </a:xfrm>
          </p:grpSpPr>
          <p:sp>
            <p:nvSpPr>
              <p:cNvPr id="689" name="Google Shape;689;p68"/>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0" name="Google Shape;690;p68"/>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1" name="Google Shape;691;p68"/>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92" name="Google Shape;692;p68"/>
            <p:cNvGrpSpPr/>
            <p:nvPr/>
          </p:nvGrpSpPr>
          <p:grpSpPr>
            <a:xfrm>
              <a:off x="136184" y="-603137"/>
              <a:ext cx="1868687" cy="1646829"/>
              <a:chOff x="2757488" y="0"/>
              <a:chExt cx="1738314" cy="1531934"/>
            </a:xfrm>
          </p:grpSpPr>
          <p:sp>
            <p:nvSpPr>
              <p:cNvPr id="693" name="Google Shape;693;p68"/>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4" name="Google Shape;694;p68"/>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5" name="Google Shape;695;p68"/>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96" name="Google Shape;696;p68"/>
            <p:cNvGrpSpPr/>
            <p:nvPr/>
          </p:nvGrpSpPr>
          <p:grpSpPr>
            <a:xfrm>
              <a:off x="-427522" y="2616301"/>
              <a:ext cx="855055" cy="686105"/>
              <a:chOff x="3524250" y="2062163"/>
              <a:chExt cx="795400" cy="638237"/>
            </a:xfrm>
          </p:grpSpPr>
          <p:sp>
            <p:nvSpPr>
              <p:cNvPr id="697" name="Google Shape;697;p68"/>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8" name="Google Shape;698;p68"/>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9" name="Google Shape;699;p68"/>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00" name="Google Shape;700;p68"/>
            <p:cNvGrpSpPr/>
            <p:nvPr/>
          </p:nvGrpSpPr>
          <p:grpSpPr>
            <a:xfrm rot="2700000">
              <a:off x="7608317" y="-91360"/>
              <a:ext cx="1631389" cy="2146716"/>
              <a:chOff x="987425" y="941388"/>
              <a:chExt cx="1517651" cy="1997050"/>
            </a:xfrm>
          </p:grpSpPr>
          <p:sp>
            <p:nvSpPr>
              <p:cNvPr id="701" name="Google Shape;701;p68"/>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2" name="Google Shape;702;p68"/>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3" name="Google Shape;703;p68"/>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2_1">
    <p:spTree>
      <p:nvGrpSpPr>
        <p:cNvPr id="704" name="Shape 704"/>
        <p:cNvGrpSpPr/>
        <p:nvPr/>
      </p:nvGrpSpPr>
      <p:grpSpPr>
        <a:xfrm>
          <a:off x="0" y="0"/>
          <a:ext cx="0" cy="0"/>
          <a:chOff x="0" y="0"/>
          <a:chExt cx="0" cy="0"/>
        </a:xfrm>
      </p:grpSpPr>
      <p:pic>
        <p:nvPicPr>
          <p:cNvPr id="705" name="Google Shape;705;p69"/>
          <p:cNvPicPr preferRelativeResize="0"/>
          <p:nvPr/>
        </p:nvPicPr>
        <p:blipFill rotWithShape="1">
          <a:blip r:embed="rId2">
            <a:alphaModFix/>
          </a:blip>
          <a:srcRect b="8761" l="901" r="1038" t="8579"/>
          <a:stretch/>
        </p:blipFill>
        <p:spPr>
          <a:xfrm>
            <a:off x="10975" y="10973"/>
            <a:ext cx="9135450" cy="5132527"/>
          </a:xfrm>
          <a:prstGeom prst="rect">
            <a:avLst/>
          </a:prstGeom>
          <a:noFill/>
          <a:ln>
            <a:noFill/>
          </a:ln>
        </p:spPr>
      </p:pic>
      <p:sp>
        <p:nvSpPr>
          <p:cNvPr id="706" name="Google Shape;706;p69"/>
          <p:cNvSpPr txBox="1"/>
          <p:nvPr>
            <p:ph idx="1" type="subTitle"/>
          </p:nvPr>
        </p:nvSpPr>
        <p:spPr>
          <a:xfrm>
            <a:off x="720000" y="3075925"/>
            <a:ext cx="3852000" cy="93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7" name="Google Shape;707;p69"/>
          <p:cNvSpPr txBox="1"/>
          <p:nvPr>
            <p:ph type="title"/>
          </p:nvPr>
        </p:nvSpPr>
        <p:spPr>
          <a:xfrm>
            <a:off x="720000" y="1133675"/>
            <a:ext cx="4372200" cy="1602600"/>
          </a:xfrm>
          <a:prstGeom prst="rect">
            <a:avLst/>
          </a:prstGeom>
          <a:noFill/>
          <a:ln>
            <a:noFill/>
          </a:ln>
          <a:effectLst>
            <a:outerShdw blurRad="85725" rotWithShape="0" algn="bl" dist="19050">
              <a:schemeClr val="lt2"/>
            </a:outerShdw>
          </a:effectLst>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708" name="Google Shape;708;p69"/>
          <p:cNvGrpSpPr/>
          <p:nvPr/>
        </p:nvGrpSpPr>
        <p:grpSpPr>
          <a:xfrm>
            <a:off x="-487922" y="34910"/>
            <a:ext cx="10288243" cy="5641433"/>
            <a:chOff x="-487922" y="34910"/>
            <a:chExt cx="10288243" cy="5641433"/>
          </a:xfrm>
        </p:grpSpPr>
        <p:grpSp>
          <p:nvGrpSpPr>
            <p:cNvPr id="709" name="Google Shape;709;p69"/>
            <p:cNvGrpSpPr/>
            <p:nvPr/>
          </p:nvGrpSpPr>
          <p:grpSpPr>
            <a:xfrm rot="-2700000">
              <a:off x="636876" y="4501638"/>
              <a:ext cx="616864" cy="614808"/>
              <a:chOff x="2588041" y="-11077"/>
              <a:chExt cx="511959" cy="510252"/>
            </a:xfrm>
          </p:grpSpPr>
          <p:cxnSp>
            <p:nvCxnSpPr>
              <p:cNvPr id="710" name="Google Shape;710;p69"/>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711" name="Google Shape;711;p69"/>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2" name="Google Shape;712;p69"/>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13" name="Google Shape;713;p69"/>
            <p:cNvGrpSpPr/>
            <p:nvPr/>
          </p:nvGrpSpPr>
          <p:grpSpPr>
            <a:xfrm>
              <a:off x="-487922" y="4029513"/>
              <a:ext cx="1868687" cy="1646829"/>
              <a:chOff x="2757488" y="0"/>
              <a:chExt cx="1738314" cy="1531934"/>
            </a:xfrm>
          </p:grpSpPr>
          <p:sp>
            <p:nvSpPr>
              <p:cNvPr id="714" name="Google Shape;714;p6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5" name="Google Shape;715;p6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6" name="Google Shape;716;p6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17" name="Google Shape;717;p69"/>
            <p:cNvGrpSpPr/>
            <p:nvPr/>
          </p:nvGrpSpPr>
          <p:grpSpPr>
            <a:xfrm rot="-5400000">
              <a:off x="7998786" y="2498786"/>
              <a:ext cx="1868687" cy="1734383"/>
              <a:chOff x="2757488" y="-111604"/>
              <a:chExt cx="1738314" cy="1613379"/>
            </a:xfrm>
          </p:grpSpPr>
          <p:sp>
            <p:nvSpPr>
              <p:cNvPr id="718" name="Google Shape;718;p69"/>
              <p:cNvSpPr/>
              <p:nvPr/>
            </p:nvSpPr>
            <p:spPr>
              <a:xfrm>
                <a:off x="2786063" y="-111604"/>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med" w="med" type="oval"/>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9" name="Google Shape;719;p6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20" name="Google Shape;720;p69"/>
            <p:cNvGrpSpPr/>
            <p:nvPr/>
          </p:nvGrpSpPr>
          <p:grpSpPr>
            <a:xfrm>
              <a:off x="8454723" y="2123589"/>
              <a:ext cx="986394" cy="1242377"/>
              <a:chOff x="3435350" y="2001838"/>
              <a:chExt cx="917576" cy="1155700"/>
            </a:xfrm>
          </p:grpSpPr>
          <p:sp>
            <p:nvSpPr>
              <p:cNvPr id="721" name="Google Shape;721;p6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med" w="med" type="ova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2" name="Google Shape;722;p6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23" name="Google Shape;723;p69"/>
            <p:cNvGrpSpPr/>
            <p:nvPr/>
          </p:nvGrpSpPr>
          <p:grpSpPr>
            <a:xfrm rot="5400000">
              <a:off x="-62133" y="-93936"/>
              <a:ext cx="1017112" cy="1274803"/>
              <a:chOff x="3406775" y="1971675"/>
              <a:chExt cx="946151" cy="1185863"/>
            </a:xfrm>
          </p:grpSpPr>
          <p:sp>
            <p:nvSpPr>
              <p:cNvPr id="724" name="Google Shape;724;p6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5" name="Google Shape;725;p6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6" name="Google Shape;726;p6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
    <p:spTree>
      <p:nvGrpSpPr>
        <p:cNvPr id="727" name="Shape 727"/>
        <p:cNvGrpSpPr/>
        <p:nvPr/>
      </p:nvGrpSpPr>
      <p:grpSpPr>
        <a:xfrm>
          <a:off x="0" y="0"/>
          <a:ext cx="0" cy="0"/>
          <a:chOff x="0" y="0"/>
          <a:chExt cx="0" cy="0"/>
        </a:xfrm>
      </p:grpSpPr>
      <p:pic>
        <p:nvPicPr>
          <p:cNvPr id="728" name="Google Shape;728;p70"/>
          <p:cNvPicPr preferRelativeResize="0"/>
          <p:nvPr/>
        </p:nvPicPr>
        <p:blipFill rotWithShape="1">
          <a:blip r:embed="rId2">
            <a:alphaModFix/>
          </a:blip>
          <a:srcRect b="8581" l="1015" r="1154" t="8581"/>
          <a:stretch/>
        </p:blipFill>
        <p:spPr>
          <a:xfrm rot="10800000">
            <a:off x="21925" y="-1"/>
            <a:ext cx="9113550" cy="5143500"/>
          </a:xfrm>
          <a:prstGeom prst="rect">
            <a:avLst/>
          </a:prstGeom>
          <a:noFill/>
          <a:ln>
            <a:noFill/>
          </a:ln>
        </p:spPr>
      </p:pic>
      <p:sp>
        <p:nvSpPr>
          <p:cNvPr id="729" name="Google Shape;729;p70"/>
          <p:cNvSpPr txBox="1"/>
          <p:nvPr>
            <p:ph idx="1" type="subTitle"/>
          </p:nvPr>
        </p:nvSpPr>
        <p:spPr>
          <a:xfrm>
            <a:off x="720000" y="2357250"/>
            <a:ext cx="3561600" cy="1248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30" name="Google Shape;730;p70"/>
          <p:cNvSpPr txBox="1"/>
          <p:nvPr>
            <p:ph type="title"/>
          </p:nvPr>
        </p:nvSpPr>
        <p:spPr>
          <a:xfrm>
            <a:off x="720000" y="1538250"/>
            <a:ext cx="3561600" cy="8190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731" name="Google Shape;731;p70"/>
          <p:cNvGrpSpPr/>
          <p:nvPr/>
        </p:nvGrpSpPr>
        <p:grpSpPr>
          <a:xfrm>
            <a:off x="-472692" y="-1073410"/>
            <a:ext cx="10171492" cy="7179483"/>
            <a:chOff x="-472692" y="-1073410"/>
            <a:chExt cx="10171492" cy="7179483"/>
          </a:xfrm>
        </p:grpSpPr>
        <p:grpSp>
          <p:nvGrpSpPr>
            <p:cNvPr id="732" name="Google Shape;732;p70"/>
            <p:cNvGrpSpPr/>
            <p:nvPr/>
          </p:nvGrpSpPr>
          <p:grpSpPr>
            <a:xfrm rot="10800000">
              <a:off x="6665805" y="-1073410"/>
              <a:ext cx="1631475" cy="2146829"/>
              <a:chOff x="987425" y="941388"/>
              <a:chExt cx="1517651" cy="1997050"/>
            </a:xfrm>
          </p:grpSpPr>
          <p:sp>
            <p:nvSpPr>
              <p:cNvPr id="733" name="Google Shape;733;p70"/>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4" name="Google Shape;734;p70"/>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5" name="Google Shape;735;p70"/>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36" name="Google Shape;736;p70"/>
            <p:cNvGrpSpPr/>
            <p:nvPr/>
          </p:nvGrpSpPr>
          <p:grpSpPr>
            <a:xfrm>
              <a:off x="-215008" y="-271343"/>
              <a:ext cx="1017112" cy="1274803"/>
              <a:chOff x="3125252" y="932210"/>
              <a:chExt cx="946151" cy="1185863"/>
            </a:xfrm>
          </p:grpSpPr>
          <p:sp>
            <p:nvSpPr>
              <p:cNvPr id="737" name="Google Shape;737;p70"/>
              <p:cNvSpPr/>
              <p:nvPr/>
            </p:nvSpPr>
            <p:spPr>
              <a:xfrm>
                <a:off x="3153827" y="962373"/>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8" name="Google Shape;738;p70"/>
              <p:cNvSpPr/>
              <p:nvPr/>
            </p:nvSpPr>
            <p:spPr>
              <a:xfrm>
                <a:off x="4006315" y="2052985"/>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9" name="Google Shape;739;p70"/>
              <p:cNvSpPr/>
              <p:nvPr/>
            </p:nvSpPr>
            <p:spPr>
              <a:xfrm>
                <a:off x="3125252" y="93221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40" name="Google Shape;740;p70"/>
            <p:cNvGrpSpPr/>
            <p:nvPr/>
          </p:nvGrpSpPr>
          <p:grpSpPr>
            <a:xfrm rot="5400000">
              <a:off x="-343846" y="3904620"/>
              <a:ext cx="1017112" cy="1274803"/>
              <a:chOff x="3956856" y="1542233"/>
              <a:chExt cx="946151" cy="1185863"/>
            </a:xfrm>
          </p:grpSpPr>
          <p:sp>
            <p:nvSpPr>
              <p:cNvPr id="741" name="Google Shape;741;p70"/>
              <p:cNvSpPr/>
              <p:nvPr/>
            </p:nvSpPr>
            <p:spPr>
              <a:xfrm>
                <a:off x="3985431" y="1572396"/>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2" name="Google Shape;742;p70"/>
              <p:cNvSpPr/>
              <p:nvPr/>
            </p:nvSpPr>
            <p:spPr>
              <a:xfrm>
                <a:off x="4837919" y="2663008"/>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3" name="Google Shape;743;p70"/>
              <p:cNvSpPr/>
              <p:nvPr/>
            </p:nvSpPr>
            <p:spPr>
              <a:xfrm>
                <a:off x="3956856" y="1542233"/>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44" name="Google Shape;744;p70"/>
            <p:cNvGrpSpPr/>
            <p:nvPr/>
          </p:nvGrpSpPr>
          <p:grpSpPr>
            <a:xfrm rot="10800000">
              <a:off x="7830113" y="4459244"/>
              <a:ext cx="1868687" cy="1646829"/>
              <a:chOff x="2757488" y="0"/>
              <a:chExt cx="1738314" cy="1531934"/>
            </a:xfrm>
          </p:grpSpPr>
          <p:sp>
            <p:nvSpPr>
              <p:cNvPr id="745" name="Google Shape;745;p70"/>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6" name="Google Shape;746;p70"/>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7" name="Google Shape;747;p70"/>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48" name="Google Shape;748;p70"/>
            <p:cNvGrpSpPr/>
            <p:nvPr/>
          </p:nvGrpSpPr>
          <p:grpSpPr>
            <a:xfrm rot="-2700000">
              <a:off x="4144235" y="4603585"/>
              <a:ext cx="855010" cy="686069"/>
              <a:chOff x="3524250" y="2062163"/>
              <a:chExt cx="795400" cy="638237"/>
            </a:xfrm>
          </p:grpSpPr>
          <p:sp>
            <p:nvSpPr>
              <p:cNvPr id="749" name="Google Shape;749;p70"/>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0" name="Google Shape;750;p70"/>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1" name="Google Shape;751;p70"/>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
    <p:spTree>
      <p:nvGrpSpPr>
        <p:cNvPr id="752" name="Shape 752"/>
        <p:cNvGrpSpPr/>
        <p:nvPr/>
      </p:nvGrpSpPr>
      <p:grpSpPr>
        <a:xfrm>
          <a:off x="0" y="0"/>
          <a:ext cx="0" cy="0"/>
          <a:chOff x="0" y="0"/>
          <a:chExt cx="0" cy="0"/>
        </a:xfrm>
      </p:grpSpPr>
      <p:pic>
        <p:nvPicPr>
          <p:cNvPr id="753" name="Google Shape;753;p71"/>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754" name="Google Shape;754;p71"/>
          <p:cNvSpPr txBox="1"/>
          <p:nvPr>
            <p:ph idx="1" type="subTitle"/>
          </p:nvPr>
        </p:nvSpPr>
        <p:spPr>
          <a:xfrm>
            <a:off x="4572000" y="2892450"/>
            <a:ext cx="3852000" cy="879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5" name="Google Shape;755;p71"/>
          <p:cNvSpPr txBox="1"/>
          <p:nvPr>
            <p:ph type="title"/>
          </p:nvPr>
        </p:nvSpPr>
        <p:spPr>
          <a:xfrm>
            <a:off x="4572000" y="2012850"/>
            <a:ext cx="3852000" cy="879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756" name="Google Shape;756;p71"/>
          <p:cNvGrpSpPr/>
          <p:nvPr/>
        </p:nvGrpSpPr>
        <p:grpSpPr>
          <a:xfrm>
            <a:off x="-9" y="-115159"/>
            <a:ext cx="9793887" cy="5486562"/>
            <a:chOff x="-9" y="-115159"/>
            <a:chExt cx="9793887" cy="5486562"/>
          </a:xfrm>
        </p:grpSpPr>
        <p:grpSp>
          <p:nvGrpSpPr>
            <p:cNvPr id="757" name="Google Shape;757;p71"/>
            <p:cNvGrpSpPr/>
            <p:nvPr/>
          </p:nvGrpSpPr>
          <p:grpSpPr>
            <a:xfrm rot="10800000">
              <a:off x="8162403" y="2605626"/>
              <a:ext cx="1631475" cy="2146829"/>
              <a:chOff x="987425" y="941388"/>
              <a:chExt cx="1517651" cy="1997050"/>
            </a:xfrm>
          </p:grpSpPr>
          <p:sp>
            <p:nvSpPr>
              <p:cNvPr id="758" name="Google Shape;758;p71"/>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9" name="Google Shape;759;p71"/>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0" name="Google Shape;760;p71"/>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61" name="Google Shape;761;p71"/>
            <p:cNvGrpSpPr/>
            <p:nvPr/>
          </p:nvGrpSpPr>
          <p:grpSpPr>
            <a:xfrm rot="-5400000">
              <a:off x="8647914" y="717993"/>
              <a:ext cx="1017112" cy="1274803"/>
              <a:chOff x="3406775" y="1971675"/>
              <a:chExt cx="946151" cy="1185863"/>
            </a:xfrm>
          </p:grpSpPr>
          <p:sp>
            <p:nvSpPr>
              <p:cNvPr id="762" name="Google Shape;762;p71"/>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3" name="Google Shape;763;p71"/>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4" name="Google Shape;764;p71"/>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65" name="Google Shape;765;p71"/>
            <p:cNvGrpSpPr/>
            <p:nvPr/>
          </p:nvGrpSpPr>
          <p:grpSpPr>
            <a:xfrm rot="10800000">
              <a:off x="4144962" y="228594"/>
              <a:ext cx="2153797" cy="455801"/>
              <a:chOff x="4886735" y="1330327"/>
              <a:chExt cx="2153797" cy="455801"/>
            </a:xfrm>
          </p:grpSpPr>
          <p:sp>
            <p:nvSpPr>
              <p:cNvPr id="766" name="Google Shape;766;p71"/>
              <p:cNvSpPr/>
              <p:nvPr/>
            </p:nvSpPr>
            <p:spPr>
              <a:xfrm>
                <a:off x="4919159" y="13627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7" name="Google Shape;767;p71"/>
              <p:cNvSpPr/>
              <p:nvPr/>
            </p:nvSpPr>
            <p:spPr>
              <a:xfrm>
                <a:off x="4886735" y="17228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8" name="Google Shape;768;p71"/>
              <p:cNvSpPr/>
              <p:nvPr/>
            </p:nvSpPr>
            <p:spPr>
              <a:xfrm>
                <a:off x="6977232" y="13303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69" name="Google Shape;769;p71"/>
            <p:cNvGrpSpPr/>
            <p:nvPr/>
          </p:nvGrpSpPr>
          <p:grpSpPr>
            <a:xfrm rot="-8100000">
              <a:off x="752256" y="4928152"/>
              <a:ext cx="649282" cy="179386"/>
              <a:chOff x="3525838" y="4135438"/>
              <a:chExt cx="649288" cy="179388"/>
            </a:xfrm>
          </p:grpSpPr>
          <p:sp>
            <p:nvSpPr>
              <p:cNvPr id="770" name="Google Shape;770;p71"/>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1" name="Google Shape;771;p71"/>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2" name="Google Shape;772;p71"/>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73" name="Google Shape;773;p71"/>
            <p:cNvGrpSpPr/>
            <p:nvPr/>
          </p:nvGrpSpPr>
          <p:grpSpPr>
            <a:xfrm rot="10800000">
              <a:off x="-9" y="4915508"/>
              <a:ext cx="2153797" cy="455895"/>
              <a:chOff x="4630756" y="1700569"/>
              <a:chExt cx="2153797" cy="455895"/>
            </a:xfrm>
          </p:grpSpPr>
          <p:sp>
            <p:nvSpPr>
              <p:cNvPr id="774" name="Google Shape;774;p71"/>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5" name="Google Shape;775;p71"/>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6" name="Google Shape;776;p71"/>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77" name="Google Shape;777;p71"/>
            <p:cNvGrpSpPr/>
            <p:nvPr/>
          </p:nvGrpSpPr>
          <p:grpSpPr>
            <a:xfrm rot="-2700000">
              <a:off x="132083" y="2436805"/>
              <a:ext cx="616864" cy="614808"/>
              <a:chOff x="2258735" y="-428690"/>
              <a:chExt cx="511959" cy="510252"/>
            </a:xfrm>
          </p:grpSpPr>
          <p:cxnSp>
            <p:nvCxnSpPr>
              <p:cNvPr id="778" name="Google Shape;778;p71"/>
              <p:cNvCxnSpPr/>
              <p:nvPr/>
            </p:nvCxnSpPr>
            <p:spPr>
              <a:xfrm flipH="1">
                <a:off x="2292957" y="-394559"/>
                <a:ext cx="441900" cy="441900"/>
              </a:xfrm>
              <a:prstGeom prst="straightConnector1">
                <a:avLst/>
              </a:prstGeom>
              <a:noFill/>
              <a:ln cap="rnd" cmpd="sng" w="9525">
                <a:solidFill>
                  <a:schemeClr val="dk2"/>
                </a:solidFill>
                <a:prstDash val="solid"/>
                <a:round/>
                <a:headEnd len="sm" w="sm" type="none"/>
                <a:tailEnd len="sm" w="sm" type="none"/>
              </a:ln>
            </p:spPr>
          </p:cxnSp>
          <p:sp>
            <p:nvSpPr>
              <p:cNvPr id="779" name="Google Shape;779;p71"/>
              <p:cNvSpPr/>
              <p:nvPr/>
            </p:nvSpPr>
            <p:spPr>
              <a:xfrm>
                <a:off x="2700726" y="-428690"/>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0" name="Google Shape;780;p71"/>
              <p:cNvSpPr/>
              <p:nvPr/>
            </p:nvSpPr>
            <p:spPr>
              <a:xfrm>
                <a:off x="2258735" y="11594"/>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81" name="Google Shape;781;p71"/>
            <p:cNvGrpSpPr/>
            <p:nvPr/>
          </p:nvGrpSpPr>
          <p:grpSpPr>
            <a:xfrm rot="10800000">
              <a:off x="649361" y="-115159"/>
              <a:ext cx="855055" cy="686105"/>
              <a:chOff x="3524250" y="2062163"/>
              <a:chExt cx="795400" cy="638237"/>
            </a:xfrm>
          </p:grpSpPr>
          <p:sp>
            <p:nvSpPr>
              <p:cNvPr id="782" name="Google Shape;782;p71"/>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3" name="Google Shape;783;p71"/>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4" name="Google Shape;784;p71"/>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
    <p:spTree>
      <p:nvGrpSpPr>
        <p:cNvPr id="785" name="Shape 785"/>
        <p:cNvGrpSpPr/>
        <p:nvPr/>
      </p:nvGrpSpPr>
      <p:grpSpPr>
        <a:xfrm>
          <a:off x="0" y="0"/>
          <a:ext cx="0" cy="0"/>
          <a:chOff x="0" y="0"/>
          <a:chExt cx="0" cy="0"/>
        </a:xfrm>
      </p:grpSpPr>
      <p:pic>
        <p:nvPicPr>
          <p:cNvPr id="786" name="Google Shape;786;p72"/>
          <p:cNvPicPr preferRelativeResize="0"/>
          <p:nvPr/>
        </p:nvPicPr>
        <p:blipFill rotWithShape="1">
          <a:blip r:embed="rId2">
            <a:alphaModFix/>
          </a:blip>
          <a:srcRect b="8581" l="893" r="922" t="8581"/>
          <a:stretch/>
        </p:blipFill>
        <p:spPr>
          <a:xfrm rot="10800000">
            <a:off x="0" y="-1"/>
            <a:ext cx="9146425" cy="5143500"/>
          </a:xfrm>
          <a:prstGeom prst="rect">
            <a:avLst/>
          </a:prstGeom>
          <a:noFill/>
          <a:ln>
            <a:noFill/>
          </a:ln>
        </p:spPr>
      </p:pic>
      <p:sp>
        <p:nvSpPr>
          <p:cNvPr id="787" name="Google Shape;787;p72"/>
          <p:cNvSpPr txBox="1"/>
          <p:nvPr>
            <p:ph idx="1" type="subTitle"/>
          </p:nvPr>
        </p:nvSpPr>
        <p:spPr>
          <a:xfrm>
            <a:off x="720000" y="2571750"/>
            <a:ext cx="3852000" cy="7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8" name="Google Shape;788;p72"/>
          <p:cNvSpPr txBox="1"/>
          <p:nvPr>
            <p:ph type="title"/>
          </p:nvPr>
        </p:nvSpPr>
        <p:spPr>
          <a:xfrm>
            <a:off x="720000" y="1796250"/>
            <a:ext cx="3852000" cy="7755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789" name="Google Shape;789;p72"/>
          <p:cNvGrpSpPr/>
          <p:nvPr/>
        </p:nvGrpSpPr>
        <p:grpSpPr>
          <a:xfrm>
            <a:off x="3028" y="-376717"/>
            <a:ext cx="9445382" cy="6755143"/>
            <a:chOff x="3028" y="-383842"/>
            <a:chExt cx="9445382" cy="6755143"/>
          </a:xfrm>
        </p:grpSpPr>
        <p:grpSp>
          <p:nvGrpSpPr>
            <p:cNvPr id="790" name="Google Shape;790;p72"/>
            <p:cNvGrpSpPr/>
            <p:nvPr/>
          </p:nvGrpSpPr>
          <p:grpSpPr>
            <a:xfrm rot="-3600036">
              <a:off x="252929" y="4292026"/>
              <a:ext cx="1901134" cy="1674751"/>
              <a:chOff x="2216875" y="1521803"/>
              <a:chExt cx="1768465" cy="1557880"/>
            </a:xfrm>
          </p:grpSpPr>
          <p:sp>
            <p:nvSpPr>
              <p:cNvPr id="791" name="Google Shape;791;p72"/>
              <p:cNvSpPr/>
              <p:nvPr/>
            </p:nvSpPr>
            <p:spPr>
              <a:xfrm>
                <a:off x="2275601" y="1577912"/>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2" name="Google Shape;792;p72"/>
              <p:cNvSpPr/>
              <p:nvPr/>
            </p:nvSpPr>
            <p:spPr>
              <a:xfrm>
                <a:off x="3807331" y="1521803"/>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3" name="Google Shape;793;p72"/>
              <p:cNvSpPr/>
              <p:nvPr/>
            </p:nvSpPr>
            <p:spPr>
              <a:xfrm>
                <a:off x="2216875" y="2989199"/>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94" name="Google Shape;794;p72"/>
            <p:cNvGrpSpPr/>
            <p:nvPr/>
          </p:nvGrpSpPr>
          <p:grpSpPr>
            <a:xfrm>
              <a:off x="7547310" y="3320774"/>
              <a:ext cx="1901100" cy="1663205"/>
              <a:chOff x="2649767" y="-157000"/>
              <a:chExt cx="1768465" cy="1547167"/>
            </a:xfrm>
          </p:grpSpPr>
          <p:sp>
            <p:nvSpPr>
              <p:cNvPr id="795" name="Google Shape;795;p72"/>
              <p:cNvSpPr/>
              <p:nvPr/>
            </p:nvSpPr>
            <p:spPr>
              <a:xfrm>
                <a:off x="2708493" y="-111604"/>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6" name="Google Shape;796;p72"/>
              <p:cNvSpPr/>
              <p:nvPr/>
            </p:nvSpPr>
            <p:spPr>
              <a:xfrm>
                <a:off x="4258445" y="-15700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7" name="Google Shape;797;p72"/>
              <p:cNvSpPr/>
              <p:nvPr/>
            </p:nvSpPr>
            <p:spPr>
              <a:xfrm>
                <a:off x="2649767" y="1299683"/>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98" name="Google Shape;798;p72"/>
            <p:cNvGrpSpPr/>
            <p:nvPr/>
          </p:nvGrpSpPr>
          <p:grpSpPr>
            <a:xfrm rot="8100000">
              <a:off x="4063396" y="-210915"/>
              <a:ext cx="1017193" cy="1274904"/>
              <a:chOff x="3406775" y="1971675"/>
              <a:chExt cx="946151" cy="1185863"/>
            </a:xfrm>
          </p:grpSpPr>
          <p:sp>
            <p:nvSpPr>
              <p:cNvPr id="799" name="Google Shape;799;p7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0" name="Google Shape;800;p7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1" name="Google Shape;801;p7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02" name="Google Shape;802;p72"/>
            <p:cNvGrpSpPr/>
            <p:nvPr/>
          </p:nvGrpSpPr>
          <p:grpSpPr>
            <a:xfrm>
              <a:off x="8431288" y="1072858"/>
              <a:ext cx="1017112" cy="1274803"/>
              <a:chOff x="3406775" y="1971675"/>
              <a:chExt cx="946151" cy="1185863"/>
            </a:xfrm>
          </p:grpSpPr>
          <p:sp>
            <p:nvSpPr>
              <p:cNvPr id="803" name="Google Shape;803;p7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4" name="Google Shape;804;p7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5" name="Google Shape;805;p7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06" name="Google Shape;806;p72"/>
            <p:cNvGrpSpPr/>
            <p:nvPr/>
          </p:nvGrpSpPr>
          <p:grpSpPr>
            <a:xfrm rot="-2700000">
              <a:off x="143768" y="712579"/>
              <a:ext cx="649282" cy="179386"/>
              <a:chOff x="3855954" y="4175107"/>
              <a:chExt cx="649288" cy="179388"/>
            </a:xfrm>
          </p:grpSpPr>
          <p:sp>
            <p:nvSpPr>
              <p:cNvPr id="807" name="Google Shape;807;p72"/>
              <p:cNvSpPr/>
              <p:nvPr/>
            </p:nvSpPr>
            <p:spPr>
              <a:xfrm>
                <a:off x="3887704" y="4175107"/>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8" name="Google Shape;808;p72"/>
              <p:cNvSpPr/>
              <p:nvPr/>
            </p:nvSpPr>
            <p:spPr>
              <a:xfrm>
                <a:off x="3855954" y="4289407"/>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9" name="Google Shape;809;p72"/>
              <p:cNvSpPr/>
              <p:nvPr/>
            </p:nvSpPr>
            <p:spPr>
              <a:xfrm>
                <a:off x="4440154" y="4229082"/>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10" name="Shape 810"/>
        <p:cNvGrpSpPr/>
        <p:nvPr/>
      </p:nvGrpSpPr>
      <p:grpSpPr>
        <a:xfrm>
          <a:off x="0" y="0"/>
          <a:ext cx="0" cy="0"/>
          <a:chOff x="0" y="0"/>
          <a:chExt cx="0" cy="0"/>
        </a:xfrm>
      </p:grpSpPr>
      <p:pic>
        <p:nvPicPr>
          <p:cNvPr id="811" name="Google Shape;811;p73"/>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812" name="Google Shape;812;p73"/>
          <p:cNvSpPr txBox="1"/>
          <p:nvPr>
            <p:ph idx="1" type="subTitle"/>
          </p:nvPr>
        </p:nvSpPr>
        <p:spPr>
          <a:xfrm>
            <a:off x="1290775" y="3375275"/>
            <a:ext cx="2907600" cy="44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813" name="Google Shape;813;p73"/>
          <p:cNvSpPr txBox="1"/>
          <p:nvPr>
            <p:ph idx="2" type="subTitle"/>
          </p:nvPr>
        </p:nvSpPr>
        <p:spPr>
          <a:xfrm>
            <a:off x="4945650" y="3375275"/>
            <a:ext cx="2907600" cy="44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814" name="Google Shape;814;p73"/>
          <p:cNvSpPr txBox="1"/>
          <p:nvPr>
            <p:ph idx="3" type="subTitle"/>
          </p:nvPr>
        </p:nvSpPr>
        <p:spPr>
          <a:xfrm>
            <a:off x="1290763" y="3816113"/>
            <a:ext cx="2907600" cy="610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5" name="Google Shape;815;p73"/>
          <p:cNvSpPr txBox="1"/>
          <p:nvPr>
            <p:ph idx="4" type="subTitle"/>
          </p:nvPr>
        </p:nvSpPr>
        <p:spPr>
          <a:xfrm>
            <a:off x="4945638" y="3816113"/>
            <a:ext cx="2907600" cy="610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6" name="Google Shape;816;p73"/>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817" name="Google Shape;817;p73"/>
          <p:cNvGrpSpPr/>
          <p:nvPr/>
        </p:nvGrpSpPr>
        <p:grpSpPr>
          <a:xfrm>
            <a:off x="-540105" y="-195860"/>
            <a:ext cx="9783873" cy="5535210"/>
            <a:chOff x="-540105" y="-195860"/>
            <a:chExt cx="9783873" cy="5535210"/>
          </a:xfrm>
        </p:grpSpPr>
        <p:grpSp>
          <p:nvGrpSpPr>
            <p:cNvPr id="818" name="Google Shape;818;p73"/>
            <p:cNvGrpSpPr/>
            <p:nvPr/>
          </p:nvGrpSpPr>
          <p:grpSpPr>
            <a:xfrm rot="899960">
              <a:off x="7197411" y="4858972"/>
              <a:ext cx="649269" cy="179383"/>
              <a:chOff x="3525838" y="4135438"/>
              <a:chExt cx="649288" cy="179388"/>
            </a:xfrm>
          </p:grpSpPr>
          <p:sp>
            <p:nvSpPr>
              <p:cNvPr id="819" name="Google Shape;819;p73"/>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0" name="Google Shape;820;p73"/>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1" name="Google Shape;821;p73"/>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22" name="Google Shape;822;p73"/>
            <p:cNvGrpSpPr/>
            <p:nvPr/>
          </p:nvGrpSpPr>
          <p:grpSpPr>
            <a:xfrm rot="-1800044">
              <a:off x="6589337" y="4375556"/>
              <a:ext cx="2153749" cy="455885"/>
              <a:chOff x="4630756" y="1700569"/>
              <a:chExt cx="2153797" cy="455895"/>
            </a:xfrm>
          </p:grpSpPr>
          <p:sp>
            <p:nvSpPr>
              <p:cNvPr id="823" name="Google Shape;823;p73"/>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4" name="Google Shape;824;p73"/>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5" name="Google Shape;825;p73"/>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26" name="Google Shape;826;p73"/>
            <p:cNvGrpSpPr/>
            <p:nvPr/>
          </p:nvGrpSpPr>
          <p:grpSpPr>
            <a:xfrm rot="10800000">
              <a:off x="366598" y="3867650"/>
              <a:ext cx="1017112" cy="1274803"/>
              <a:chOff x="3406775" y="1971675"/>
              <a:chExt cx="946151" cy="1185863"/>
            </a:xfrm>
          </p:grpSpPr>
          <p:sp>
            <p:nvSpPr>
              <p:cNvPr id="827" name="Google Shape;827;p73"/>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8" name="Google Shape;828;p73"/>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9" name="Google Shape;829;p73"/>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30" name="Google Shape;830;p73"/>
            <p:cNvGrpSpPr/>
            <p:nvPr/>
          </p:nvGrpSpPr>
          <p:grpSpPr>
            <a:xfrm rot="10800000">
              <a:off x="7089971" y="318863"/>
              <a:ext cx="2153797" cy="455801"/>
              <a:chOff x="4886735" y="1558927"/>
              <a:chExt cx="2153797" cy="455801"/>
            </a:xfrm>
          </p:grpSpPr>
          <p:sp>
            <p:nvSpPr>
              <p:cNvPr id="831" name="Google Shape;831;p73"/>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2" name="Google Shape;832;p73"/>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3" name="Google Shape;833;p73"/>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34" name="Google Shape;834;p73"/>
            <p:cNvGrpSpPr/>
            <p:nvPr/>
          </p:nvGrpSpPr>
          <p:grpSpPr>
            <a:xfrm rot="6299881">
              <a:off x="-301362" y="-177077"/>
              <a:ext cx="1017132" cy="1274827"/>
              <a:chOff x="3406775" y="1971675"/>
              <a:chExt cx="946151" cy="1185863"/>
            </a:xfrm>
          </p:grpSpPr>
          <p:sp>
            <p:nvSpPr>
              <p:cNvPr id="835" name="Google Shape;835;p73"/>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6" name="Google Shape;836;p73"/>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7" name="Google Shape;837;p73"/>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38" name="Google Shape;838;p73"/>
            <p:cNvGrpSpPr/>
            <p:nvPr/>
          </p:nvGrpSpPr>
          <p:grpSpPr>
            <a:xfrm rot="6299881">
              <a:off x="-502953" y="727292"/>
              <a:ext cx="855072" cy="686118"/>
              <a:chOff x="3524250" y="2062163"/>
              <a:chExt cx="795400" cy="638237"/>
            </a:xfrm>
          </p:grpSpPr>
          <p:sp>
            <p:nvSpPr>
              <p:cNvPr id="839" name="Google Shape;839;p73"/>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0" name="Google Shape;840;p73"/>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1" name="Google Shape;841;p73"/>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42" name="Google Shape;842;p73"/>
            <p:cNvGrpSpPr/>
            <p:nvPr/>
          </p:nvGrpSpPr>
          <p:grpSpPr>
            <a:xfrm rot="-8100000">
              <a:off x="4263567" y="-67802"/>
              <a:ext cx="616864" cy="614808"/>
              <a:chOff x="2588041" y="-11077"/>
              <a:chExt cx="511959" cy="510252"/>
            </a:xfrm>
          </p:grpSpPr>
          <p:cxnSp>
            <p:nvCxnSpPr>
              <p:cNvPr id="843" name="Google Shape;843;p73"/>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844" name="Google Shape;844;p73"/>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5" name="Google Shape;845;p73"/>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846" name="Shape 846"/>
        <p:cNvGrpSpPr/>
        <p:nvPr/>
      </p:nvGrpSpPr>
      <p:grpSpPr>
        <a:xfrm>
          <a:off x="0" y="0"/>
          <a:ext cx="0" cy="0"/>
          <a:chOff x="0" y="0"/>
          <a:chExt cx="0" cy="0"/>
        </a:xfrm>
      </p:grpSpPr>
      <p:pic>
        <p:nvPicPr>
          <p:cNvPr id="847" name="Google Shape;847;p74"/>
          <p:cNvPicPr preferRelativeResize="0"/>
          <p:nvPr/>
        </p:nvPicPr>
        <p:blipFill rotWithShape="1">
          <a:blip r:embed="rId2">
            <a:alphaModFix/>
          </a:blip>
          <a:srcRect b="8581" l="922" r="922" t="8581"/>
          <a:stretch/>
        </p:blipFill>
        <p:spPr>
          <a:xfrm flipH="1" rot="10800000">
            <a:off x="0" y="0"/>
            <a:ext cx="9144000" cy="5143500"/>
          </a:xfrm>
          <a:prstGeom prst="rect">
            <a:avLst/>
          </a:prstGeom>
          <a:noFill/>
          <a:ln>
            <a:noFill/>
          </a:ln>
        </p:spPr>
      </p:pic>
      <p:sp>
        <p:nvSpPr>
          <p:cNvPr id="848" name="Google Shape;848;p74"/>
          <p:cNvSpPr txBox="1"/>
          <p:nvPr>
            <p:ph idx="1" type="subTitle"/>
          </p:nvPr>
        </p:nvSpPr>
        <p:spPr>
          <a:xfrm>
            <a:off x="720000" y="2351700"/>
            <a:ext cx="2535900" cy="1001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849" name="Google Shape;849;p74"/>
          <p:cNvSpPr txBox="1"/>
          <p:nvPr>
            <p:ph idx="2" type="subTitle"/>
          </p:nvPr>
        </p:nvSpPr>
        <p:spPr>
          <a:xfrm>
            <a:off x="5887925" y="2351700"/>
            <a:ext cx="2535900" cy="1001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850" name="Google Shape;850;p74"/>
          <p:cNvSpPr txBox="1"/>
          <p:nvPr>
            <p:ph idx="3" type="subTitle"/>
          </p:nvPr>
        </p:nvSpPr>
        <p:spPr>
          <a:xfrm>
            <a:off x="720000" y="3429000"/>
            <a:ext cx="2209500" cy="71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51" name="Google Shape;851;p74"/>
          <p:cNvSpPr txBox="1"/>
          <p:nvPr>
            <p:ph idx="4" type="subTitle"/>
          </p:nvPr>
        </p:nvSpPr>
        <p:spPr>
          <a:xfrm>
            <a:off x="6214625" y="3429000"/>
            <a:ext cx="2209500" cy="713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52" name="Google Shape;852;p74"/>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853" name="Google Shape;853;p74"/>
          <p:cNvGrpSpPr/>
          <p:nvPr/>
        </p:nvGrpSpPr>
        <p:grpSpPr>
          <a:xfrm rot="2700000">
            <a:off x="4418437" y="5143863"/>
            <a:ext cx="649282" cy="179386"/>
            <a:chOff x="3525838" y="4135438"/>
            <a:chExt cx="649288" cy="179388"/>
          </a:xfrm>
        </p:grpSpPr>
        <p:sp>
          <p:nvSpPr>
            <p:cNvPr id="854" name="Google Shape;854;p74"/>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5" name="Google Shape;855;p74"/>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6" name="Google Shape;856;p74"/>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57" name="Google Shape;857;p74"/>
          <p:cNvGrpSpPr/>
          <p:nvPr/>
        </p:nvGrpSpPr>
        <p:grpSpPr>
          <a:xfrm rot="-1800044">
            <a:off x="-745859" y="635328"/>
            <a:ext cx="2153749" cy="455885"/>
            <a:chOff x="4630756" y="1700569"/>
            <a:chExt cx="2153797" cy="455895"/>
          </a:xfrm>
        </p:grpSpPr>
        <p:sp>
          <p:nvSpPr>
            <p:cNvPr id="858" name="Google Shape;858;p74"/>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9" name="Google Shape;859;p74"/>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0" name="Google Shape;860;p74"/>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61" name="Google Shape;861;p74"/>
          <p:cNvGrpSpPr/>
          <p:nvPr/>
        </p:nvGrpSpPr>
        <p:grpSpPr>
          <a:xfrm rot="2700000">
            <a:off x="7230561" y="13556"/>
            <a:ext cx="2153776" cy="455797"/>
            <a:chOff x="4886735" y="1558927"/>
            <a:chExt cx="2153797" cy="455801"/>
          </a:xfrm>
        </p:grpSpPr>
        <p:sp>
          <p:nvSpPr>
            <p:cNvPr id="862" name="Google Shape;862;p74"/>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3" name="Google Shape;863;p74"/>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4" name="Google Shape;864;p74"/>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65" name="Google Shape;865;p74"/>
          <p:cNvGrpSpPr/>
          <p:nvPr/>
        </p:nvGrpSpPr>
        <p:grpSpPr>
          <a:xfrm>
            <a:off x="256349" y="3877055"/>
            <a:ext cx="1017112" cy="1274803"/>
            <a:chOff x="3406775" y="1971675"/>
            <a:chExt cx="946151" cy="1185863"/>
          </a:xfrm>
        </p:grpSpPr>
        <p:sp>
          <p:nvSpPr>
            <p:cNvPr id="866" name="Google Shape;866;p7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7" name="Google Shape;867;p7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8" name="Google Shape;868;p7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69" name="Google Shape;869;p74"/>
          <p:cNvGrpSpPr/>
          <p:nvPr/>
        </p:nvGrpSpPr>
        <p:grpSpPr>
          <a:xfrm>
            <a:off x="3992084" y="4584112"/>
            <a:ext cx="855055" cy="686105"/>
            <a:chOff x="3524250" y="2062163"/>
            <a:chExt cx="795400" cy="638237"/>
          </a:xfrm>
        </p:grpSpPr>
        <p:sp>
          <p:nvSpPr>
            <p:cNvPr id="870" name="Google Shape;870;p74"/>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1" name="Google Shape;871;p74"/>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2" name="Google Shape;872;p74"/>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73" name="Google Shape;873;p74"/>
          <p:cNvGrpSpPr/>
          <p:nvPr/>
        </p:nvGrpSpPr>
        <p:grpSpPr>
          <a:xfrm rot="-899881">
            <a:off x="7944283" y="3325046"/>
            <a:ext cx="1868723" cy="1646861"/>
            <a:chOff x="2757488" y="0"/>
            <a:chExt cx="1738314" cy="1531934"/>
          </a:xfrm>
        </p:grpSpPr>
        <p:sp>
          <p:nvSpPr>
            <p:cNvPr id="874" name="Google Shape;874;p74"/>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5" name="Google Shape;875;p74"/>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6" name="Google Shape;876;p74"/>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_1">
    <p:spTree>
      <p:nvGrpSpPr>
        <p:cNvPr id="877" name="Shape 877"/>
        <p:cNvGrpSpPr/>
        <p:nvPr/>
      </p:nvGrpSpPr>
      <p:grpSpPr>
        <a:xfrm>
          <a:off x="0" y="0"/>
          <a:ext cx="0" cy="0"/>
          <a:chOff x="0" y="0"/>
          <a:chExt cx="0" cy="0"/>
        </a:xfrm>
      </p:grpSpPr>
      <p:pic>
        <p:nvPicPr>
          <p:cNvPr id="878" name="Google Shape;878;p75"/>
          <p:cNvPicPr preferRelativeResize="0"/>
          <p:nvPr/>
        </p:nvPicPr>
        <p:blipFill rotWithShape="1">
          <a:blip r:embed="rId2">
            <a:alphaModFix/>
          </a:blip>
          <a:srcRect b="8581" l="776" r="922" t="8581"/>
          <a:stretch/>
        </p:blipFill>
        <p:spPr>
          <a:xfrm rot="10800000">
            <a:off x="0" y="-1"/>
            <a:ext cx="9157400" cy="5143500"/>
          </a:xfrm>
          <a:prstGeom prst="rect">
            <a:avLst/>
          </a:prstGeom>
          <a:noFill/>
          <a:ln>
            <a:noFill/>
          </a:ln>
        </p:spPr>
      </p:pic>
      <p:sp>
        <p:nvSpPr>
          <p:cNvPr id="879" name="Google Shape;879;p75"/>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80" name="Google Shape;880;p75"/>
          <p:cNvSpPr txBox="1"/>
          <p:nvPr>
            <p:ph idx="1" type="body"/>
          </p:nvPr>
        </p:nvSpPr>
        <p:spPr>
          <a:xfrm>
            <a:off x="720000" y="1295150"/>
            <a:ext cx="3852000" cy="27507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81" name="Google Shape;881;p75"/>
          <p:cNvSpPr txBox="1"/>
          <p:nvPr>
            <p:ph idx="2" type="body"/>
          </p:nvPr>
        </p:nvSpPr>
        <p:spPr>
          <a:xfrm>
            <a:off x="4572000" y="1927650"/>
            <a:ext cx="3852000" cy="21186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grpSp>
        <p:nvGrpSpPr>
          <p:cNvPr id="882" name="Google Shape;882;p75"/>
          <p:cNvGrpSpPr/>
          <p:nvPr/>
        </p:nvGrpSpPr>
        <p:grpSpPr>
          <a:xfrm rot="9900119">
            <a:off x="105406" y="4817259"/>
            <a:ext cx="1868723" cy="1646861"/>
            <a:chOff x="2757488" y="0"/>
            <a:chExt cx="1738314" cy="1531934"/>
          </a:xfrm>
        </p:grpSpPr>
        <p:sp>
          <p:nvSpPr>
            <p:cNvPr id="883" name="Google Shape;883;p75"/>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4" name="Google Shape;884;p75"/>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5" name="Google Shape;885;p75"/>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86" name="Google Shape;886;p75"/>
          <p:cNvGrpSpPr/>
          <p:nvPr/>
        </p:nvGrpSpPr>
        <p:grpSpPr>
          <a:xfrm rot="8999956">
            <a:off x="1586099" y="-444357"/>
            <a:ext cx="2153749" cy="455791"/>
            <a:chOff x="4886735" y="1558927"/>
            <a:chExt cx="2153797" cy="455801"/>
          </a:xfrm>
        </p:grpSpPr>
        <p:sp>
          <p:nvSpPr>
            <p:cNvPr id="887" name="Google Shape;887;p75"/>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8" name="Google Shape;888;p75"/>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9" name="Google Shape;889;p75"/>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90" name="Google Shape;890;p75"/>
          <p:cNvGrpSpPr/>
          <p:nvPr/>
        </p:nvGrpSpPr>
        <p:grpSpPr>
          <a:xfrm rot="-899881">
            <a:off x="7944639" y="3601159"/>
            <a:ext cx="1868723" cy="1646861"/>
            <a:chOff x="2757488" y="0"/>
            <a:chExt cx="1738314" cy="1531934"/>
          </a:xfrm>
        </p:grpSpPr>
        <p:sp>
          <p:nvSpPr>
            <p:cNvPr id="891" name="Google Shape;891;p75"/>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2" name="Google Shape;892;p75"/>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3" name="Google Shape;893;p75"/>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94" name="Google Shape;894;p75"/>
          <p:cNvGrpSpPr/>
          <p:nvPr/>
        </p:nvGrpSpPr>
        <p:grpSpPr>
          <a:xfrm rot="-4500119">
            <a:off x="7477602" y="-649229"/>
            <a:ext cx="1017132" cy="1274827"/>
            <a:chOff x="3406775" y="1971675"/>
            <a:chExt cx="946151" cy="1185863"/>
          </a:xfrm>
        </p:grpSpPr>
        <p:sp>
          <p:nvSpPr>
            <p:cNvPr id="895" name="Google Shape;895;p7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6" name="Google Shape;896;p7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7" name="Google Shape;897;p7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98" name="Google Shape;898;p75"/>
          <p:cNvGrpSpPr/>
          <p:nvPr/>
        </p:nvGrpSpPr>
        <p:grpSpPr>
          <a:xfrm rot="-8100000">
            <a:off x="2123731" y="50888"/>
            <a:ext cx="649282" cy="179386"/>
            <a:chOff x="3525838" y="4135438"/>
            <a:chExt cx="649288" cy="179388"/>
          </a:xfrm>
        </p:grpSpPr>
        <p:sp>
          <p:nvSpPr>
            <p:cNvPr id="899" name="Google Shape;899;p75"/>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0" name="Google Shape;900;p75"/>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1" name="Google Shape;901;p75"/>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902" name="Shape 902"/>
        <p:cNvGrpSpPr/>
        <p:nvPr/>
      </p:nvGrpSpPr>
      <p:grpSpPr>
        <a:xfrm>
          <a:off x="0" y="0"/>
          <a:ext cx="0" cy="0"/>
          <a:chOff x="0" y="0"/>
          <a:chExt cx="0" cy="0"/>
        </a:xfrm>
      </p:grpSpPr>
      <p:pic>
        <p:nvPicPr>
          <p:cNvPr id="903" name="Google Shape;903;p76"/>
          <p:cNvPicPr preferRelativeResize="0"/>
          <p:nvPr/>
        </p:nvPicPr>
        <p:blipFill rotWithShape="1">
          <a:blip r:embed="rId2">
            <a:alphaModFix/>
          </a:blip>
          <a:srcRect b="8581" l="1018" r="918" t="8581"/>
          <a:stretch/>
        </p:blipFill>
        <p:spPr>
          <a:xfrm rot="10800000">
            <a:off x="0" y="-1"/>
            <a:ext cx="9135475" cy="5143500"/>
          </a:xfrm>
          <a:prstGeom prst="rect">
            <a:avLst/>
          </a:prstGeom>
          <a:noFill/>
          <a:ln>
            <a:noFill/>
          </a:ln>
        </p:spPr>
      </p:pic>
      <p:sp>
        <p:nvSpPr>
          <p:cNvPr id="904" name="Google Shape;904;p76"/>
          <p:cNvSpPr txBox="1"/>
          <p:nvPr>
            <p:ph idx="1" type="subTitle"/>
          </p:nvPr>
        </p:nvSpPr>
        <p:spPr>
          <a:xfrm>
            <a:off x="720000" y="2783138"/>
            <a:ext cx="2336400" cy="43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Allerta Stencil"/>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2pPr>
            <a:lvl3pPr lvl="2"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3pPr>
            <a:lvl4pPr lvl="3"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4pPr>
            <a:lvl5pPr lvl="4"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5pPr>
            <a:lvl6pPr lvl="5"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6pPr>
            <a:lvl7pPr lvl="6"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7pPr>
            <a:lvl8pPr lvl="7"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8pPr>
            <a:lvl9pPr lvl="8"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9pPr>
          </a:lstStyle>
          <a:p/>
        </p:txBody>
      </p:sp>
      <p:sp>
        <p:nvSpPr>
          <p:cNvPr id="905" name="Google Shape;905;p76"/>
          <p:cNvSpPr txBox="1"/>
          <p:nvPr>
            <p:ph idx="2" type="subTitle"/>
          </p:nvPr>
        </p:nvSpPr>
        <p:spPr>
          <a:xfrm>
            <a:off x="720000" y="3247975"/>
            <a:ext cx="2336400" cy="65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6" name="Google Shape;906;p76"/>
          <p:cNvSpPr txBox="1"/>
          <p:nvPr>
            <p:ph idx="3" type="subTitle"/>
          </p:nvPr>
        </p:nvSpPr>
        <p:spPr>
          <a:xfrm>
            <a:off x="3403800" y="3247975"/>
            <a:ext cx="2336400" cy="65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7" name="Google Shape;907;p76"/>
          <p:cNvSpPr txBox="1"/>
          <p:nvPr>
            <p:ph idx="4" type="subTitle"/>
          </p:nvPr>
        </p:nvSpPr>
        <p:spPr>
          <a:xfrm>
            <a:off x="6087600" y="3247975"/>
            <a:ext cx="2336400" cy="65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8" name="Google Shape;908;p76"/>
          <p:cNvSpPr txBox="1"/>
          <p:nvPr>
            <p:ph type="title"/>
          </p:nvPr>
        </p:nvSpPr>
        <p:spPr>
          <a:xfrm>
            <a:off x="720000" y="5504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9" name="Google Shape;909;p76"/>
          <p:cNvSpPr txBox="1"/>
          <p:nvPr>
            <p:ph idx="5" type="subTitle"/>
          </p:nvPr>
        </p:nvSpPr>
        <p:spPr>
          <a:xfrm>
            <a:off x="3403800" y="2783138"/>
            <a:ext cx="2336400" cy="43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Allerta Stencil"/>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2pPr>
            <a:lvl3pPr lvl="2"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3pPr>
            <a:lvl4pPr lvl="3"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4pPr>
            <a:lvl5pPr lvl="4"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5pPr>
            <a:lvl6pPr lvl="5"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6pPr>
            <a:lvl7pPr lvl="6"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7pPr>
            <a:lvl8pPr lvl="7"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8pPr>
            <a:lvl9pPr lvl="8"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9pPr>
          </a:lstStyle>
          <a:p/>
        </p:txBody>
      </p:sp>
      <p:sp>
        <p:nvSpPr>
          <p:cNvPr id="910" name="Google Shape;910;p76"/>
          <p:cNvSpPr txBox="1"/>
          <p:nvPr>
            <p:ph idx="6" type="subTitle"/>
          </p:nvPr>
        </p:nvSpPr>
        <p:spPr>
          <a:xfrm>
            <a:off x="6087600" y="2783138"/>
            <a:ext cx="2336400" cy="43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Allerta Stencil"/>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2pPr>
            <a:lvl3pPr lvl="2"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3pPr>
            <a:lvl4pPr lvl="3"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4pPr>
            <a:lvl5pPr lvl="4"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5pPr>
            <a:lvl6pPr lvl="5"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6pPr>
            <a:lvl7pPr lvl="6"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7pPr>
            <a:lvl8pPr lvl="7"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8pPr>
            <a:lvl9pPr lvl="8"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9pPr>
          </a:lstStyle>
          <a:p/>
        </p:txBody>
      </p:sp>
      <p:grpSp>
        <p:nvGrpSpPr>
          <p:cNvPr id="911" name="Google Shape;911;p76"/>
          <p:cNvGrpSpPr/>
          <p:nvPr/>
        </p:nvGrpSpPr>
        <p:grpSpPr>
          <a:xfrm>
            <a:off x="-1076902" y="-195858"/>
            <a:ext cx="10320669" cy="6081983"/>
            <a:chOff x="-1076902" y="-195858"/>
            <a:chExt cx="10320669" cy="6081983"/>
          </a:xfrm>
        </p:grpSpPr>
        <p:grpSp>
          <p:nvGrpSpPr>
            <p:cNvPr id="912" name="Google Shape;912;p76"/>
            <p:cNvGrpSpPr/>
            <p:nvPr/>
          </p:nvGrpSpPr>
          <p:grpSpPr>
            <a:xfrm rot="-9900040">
              <a:off x="539535" y="105137"/>
              <a:ext cx="649269" cy="179383"/>
              <a:chOff x="3525838" y="4135438"/>
              <a:chExt cx="649288" cy="179388"/>
            </a:xfrm>
          </p:grpSpPr>
          <p:sp>
            <p:nvSpPr>
              <p:cNvPr id="913" name="Google Shape;913;p76"/>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4" name="Google Shape;914;p76"/>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5" name="Google Shape;915;p76"/>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16" name="Google Shape;916;p76"/>
            <p:cNvGrpSpPr/>
            <p:nvPr/>
          </p:nvGrpSpPr>
          <p:grpSpPr>
            <a:xfrm rot="8999956">
              <a:off x="-356871" y="312051"/>
              <a:ext cx="2153749" cy="455885"/>
              <a:chOff x="4630756" y="1700569"/>
              <a:chExt cx="2153797" cy="455895"/>
            </a:xfrm>
          </p:grpSpPr>
          <p:sp>
            <p:nvSpPr>
              <p:cNvPr id="917" name="Google Shape;917;p76"/>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8" name="Google Shape;918;p76"/>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9" name="Google Shape;919;p76"/>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20" name="Google Shape;920;p76"/>
            <p:cNvGrpSpPr/>
            <p:nvPr/>
          </p:nvGrpSpPr>
          <p:grpSpPr>
            <a:xfrm>
              <a:off x="8226655" y="-97411"/>
              <a:ext cx="1017112" cy="1274803"/>
              <a:chOff x="3406775" y="1971675"/>
              <a:chExt cx="946151" cy="1185863"/>
            </a:xfrm>
          </p:grpSpPr>
          <p:sp>
            <p:nvSpPr>
              <p:cNvPr id="921" name="Google Shape;921;p76"/>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2" name="Google Shape;922;p76"/>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3" name="Google Shape;923;p76"/>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24" name="Google Shape;924;p76"/>
            <p:cNvGrpSpPr/>
            <p:nvPr/>
          </p:nvGrpSpPr>
          <p:grpSpPr>
            <a:xfrm>
              <a:off x="-1076902" y="4915602"/>
              <a:ext cx="2153797" cy="455801"/>
              <a:chOff x="4886735" y="1558927"/>
              <a:chExt cx="2153797" cy="455801"/>
            </a:xfrm>
          </p:grpSpPr>
          <p:sp>
            <p:nvSpPr>
              <p:cNvPr id="925" name="Google Shape;925;p76"/>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6" name="Google Shape;926;p76"/>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7" name="Google Shape;927;p76"/>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28" name="Google Shape;928;p76"/>
            <p:cNvGrpSpPr/>
            <p:nvPr/>
          </p:nvGrpSpPr>
          <p:grpSpPr>
            <a:xfrm rot="-4500119">
              <a:off x="7867820" y="4592516"/>
              <a:ext cx="1017132" cy="1274827"/>
              <a:chOff x="3406775" y="1971675"/>
              <a:chExt cx="946151" cy="1185863"/>
            </a:xfrm>
          </p:grpSpPr>
          <p:sp>
            <p:nvSpPr>
              <p:cNvPr id="929" name="Google Shape;929;p76"/>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0" name="Google Shape;930;p76"/>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1" name="Google Shape;931;p76"/>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32" name="Google Shape;932;p76"/>
            <p:cNvGrpSpPr/>
            <p:nvPr/>
          </p:nvGrpSpPr>
          <p:grpSpPr>
            <a:xfrm rot="-4500119">
              <a:off x="8231472" y="4276857"/>
              <a:ext cx="855072" cy="686118"/>
              <a:chOff x="3524250" y="2062163"/>
              <a:chExt cx="795400" cy="638237"/>
            </a:xfrm>
          </p:grpSpPr>
          <p:sp>
            <p:nvSpPr>
              <p:cNvPr id="933" name="Google Shape;933;p76"/>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4" name="Google Shape;934;p76"/>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5" name="Google Shape;935;p76"/>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36" name="Google Shape;936;p76"/>
            <p:cNvGrpSpPr/>
            <p:nvPr/>
          </p:nvGrpSpPr>
          <p:grpSpPr>
            <a:xfrm rot="2700000">
              <a:off x="4263571" y="4296086"/>
              <a:ext cx="616864" cy="614808"/>
              <a:chOff x="2588041" y="-11077"/>
              <a:chExt cx="511959" cy="510252"/>
            </a:xfrm>
          </p:grpSpPr>
          <p:cxnSp>
            <p:nvCxnSpPr>
              <p:cNvPr id="937" name="Google Shape;937;p76"/>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938" name="Google Shape;938;p76"/>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9" name="Google Shape;939;p76"/>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40" name="Shape 940"/>
        <p:cNvGrpSpPr/>
        <p:nvPr/>
      </p:nvGrpSpPr>
      <p:grpSpPr>
        <a:xfrm>
          <a:off x="0" y="0"/>
          <a:ext cx="0" cy="0"/>
          <a:chOff x="0" y="0"/>
          <a:chExt cx="0" cy="0"/>
        </a:xfrm>
      </p:grpSpPr>
      <p:pic>
        <p:nvPicPr>
          <p:cNvPr id="941" name="Google Shape;941;p77"/>
          <p:cNvPicPr preferRelativeResize="0"/>
          <p:nvPr/>
        </p:nvPicPr>
        <p:blipFill rotWithShape="1">
          <a:blip r:embed="rId2">
            <a:alphaModFix/>
          </a:blip>
          <a:srcRect b="8579" l="1010" r="920" t="8761"/>
          <a:stretch/>
        </p:blipFill>
        <p:spPr>
          <a:xfrm rot="10799998">
            <a:off x="2" y="-3"/>
            <a:ext cx="9135475" cy="5132527"/>
          </a:xfrm>
          <a:prstGeom prst="rect">
            <a:avLst/>
          </a:prstGeom>
          <a:noFill/>
          <a:ln>
            <a:noFill/>
          </a:ln>
        </p:spPr>
      </p:pic>
      <p:sp>
        <p:nvSpPr>
          <p:cNvPr id="942" name="Google Shape;942;p77"/>
          <p:cNvSpPr txBox="1"/>
          <p:nvPr>
            <p:ph idx="1" type="subTitle"/>
          </p:nvPr>
        </p:nvSpPr>
        <p:spPr>
          <a:xfrm>
            <a:off x="1796369" y="1678525"/>
            <a:ext cx="2487300" cy="42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943" name="Google Shape;943;p77"/>
          <p:cNvSpPr txBox="1"/>
          <p:nvPr>
            <p:ph idx="2" type="subTitle"/>
          </p:nvPr>
        </p:nvSpPr>
        <p:spPr>
          <a:xfrm>
            <a:off x="1796368" y="2118029"/>
            <a:ext cx="24873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4" name="Google Shape;944;p77"/>
          <p:cNvSpPr txBox="1"/>
          <p:nvPr>
            <p:ph idx="3" type="subTitle"/>
          </p:nvPr>
        </p:nvSpPr>
        <p:spPr>
          <a:xfrm>
            <a:off x="5648376" y="2118029"/>
            <a:ext cx="24840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5" name="Google Shape;945;p77"/>
          <p:cNvSpPr txBox="1"/>
          <p:nvPr>
            <p:ph idx="4" type="subTitle"/>
          </p:nvPr>
        </p:nvSpPr>
        <p:spPr>
          <a:xfrm>
            <a:off x="1796368" y="3695025"/>
            <a:ext cx="24873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6" name="Google Shape;946;p77"/>
          <p:cNvSpPr txBox="1"/>
          <p:nvPr>
            <p:ph idx="5" type="subTitle"/>
          </p:nvPr>
        </p:nvSpPr>
        <p:spPr>
          <a:xfrm>
            <a:off x="5648376" y="3695025"/>
            <a:ext cx="24840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7" name="Google Shape;947;p77"/>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15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48" name="Google Shape;948;p77"/>
          <p:cNvSpPr txBox="1"/>
          <p:nvPr>
            <p:ph idx="6" type="subTitle"/>
          </p:nvPr>
        </p:nvSpPr>
        <p:spPr>
          <a:xfrm>
            <a:off x="1796369" y="3259350"/>
            <a:ext cx="2487300" cy="470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949" name="Google Shape;949;p77"/>
          <p:cNvSpPr txBox="1"/>
          <p:nvPr>
            <p:ph idx="7" type="subTitle"/>
          </p:nvPr>
        </p:nvSpPr>
        <p:spPr>
          <a:xfrm>
            <a:off x="5648432" y="1678525"/>
            <a:ext cx="2484000" cy="42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950" name="Google Shape;950;p77"/>
          <p:cNvSpPr txBox="1"/>
          <p:nvPr>
            <p:ph idx="8" type="subTitle"/>
          </p:nvPr>
        </p:nvSpPr>
        <p:spPr>
          <a:xfrm>
            <a:off x="5648432" y="3259350"/>
            <a:ext cx="2484000" cy="470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951" name="Google Shape;951;p77"/>
          <p:cNvGrpSpPr/>
          <p:nvPr/>
        </p:nvGrpSpPr>
        <p:grpSpPr>
          <a:xfrm>
            <a:off x="-1021341" y="-1014116"/>
            <a:ext cx="10502332" cy="6311676"/>
            <a:chOff x="-1021341" y="-1014116"/>
            <a:chExt cx="10502332" cy="6311676"/>
          </a:xfrm>
        </p:grpSpPr>
        <p:grpSp>
          <p:nvGrpSpPr>
            <p:cNvPr id="952" name="Google Shape;952;p77"/>
            <p:cNvGrpSpPr/>
            <p:nvPr/>
          </p:nvGrpSpPr>
          <p:grpSpPr>
            <a:xfrm rot="-5400000">
              <a:off x="-112677" y="3182856"/>
              <a:ext cx="1517651" cy="1997050"/>
              <a:chOff x="987425" y="941388"/>
              <a:chExt cx="1517651" cy="1997050"/>
            </a:xfrm>
          </p:grpSpPr>
          <p:sp>
            <p:nvSpPr>
              <p:cNvPr id="953" name="Google Shape;953;p77"/>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4" name="Google Shape;954;p77"/>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5" name="Google Shape;955;p77"/>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56" name="Google Shape;956;p77"/>
            <p:cNvGrpSpPr/>
            <p:nvPr/>
          </p:nvGrpSpPr>
          <p:grpSpPr>
            <a:xfrm rot="8100000">
              <a:off x="7581541" y="4914889"/>
              <a:ext cx="649282" cy="179386"/>
              <a:chOff x="3525838" y="4135438"/>
              <a:chExt cx="649288" cy="179388"/>
            </a:xfrm>
          </p:grpSpPr>
          <p:sp>
            <p:nvSpPr>
              <p:cNvPr id="957" name="Google Shape;957;p77"/>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8" name="Google Shape;958;p77"/>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9" name="Google Shape;959;p77"/>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60" name="Google Shape;960;p77"/>
            <p:cNvGrpSpPr/>
            <p:nvPr/>
          </p:nvGrpSpPr>
          <p:grpSpPr>
            <a:xfrm rot="8100000">
              <a:off x="7481446" y="-319405"/>
              <a:ext cx="2153776" cy="455891"/>
              <a:chOff x="4481475" y="2497689"/>
              <a:chExt cx="2153797" cy="455895"/>
            </a:xfrm>
          </p:grpSpPr>
          <p:sp>
            <p:nvSpPr>
              <p:cNvPr id="961" name="Google Shape;961;p77"/>
              <p:cNvSpPr/>
              <p:nvPr/>
            </p:nvSpPr>
            <p:spPr>
              <a:xfrm>
                <a:off x="4513899" y="253011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2" name="Google Shape;962;p77"/>
              <p:cNvSpPr/>
              <p:nvPr/>
            </p:nvSpPr>
            <p:spPr>
              <a:xfrm>
                <a:off x="6571972" y="249768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3" name="Google Shape;963;p77"/>
              <p:cNvSpPr/>
              <p:nvPr/>
            </p:nvSpPr>
            <p:spPr>
              <a:xfrm>
                <a:off x="4481475" y="288848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64" name="Google Shape;964;p77"/>
            <p:cNvGrpSpPr/>
            <p:nvPr/>
          </p:nvGrpSpPr>
          <p:grpSpPr>
            <a:xfrm rot="-8100000">
              <a:off x="28523" y="498099"/>
              <a:ext cx="649282" cy="179386"/>
              <a:chOff x="3525838" y="4135438"/>
              <a:chExt cx="649288" cy="179388"/>
            </a:xfrm>
          </p:grpSpPr>
          <p:sp>
            <p:nvSpPr>
              <p:cNvPr id="965" name="Google Shape;965;p77"/>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6" name="Google Shape;966;p77"/>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7" name="Google Shape;967;p77"/>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68" name="Google Shape;968;p77"/>
            <p:cNvGrpSpPr/>
            <p:nvPr/>
          </p:nvGrpSpPr>
          <p:grpSpPr>
            <a:xfrm rot="10800000">
              <a:off x="-1021341" y="512243"/>
              <a:ext cx="2153797" cy="455895"/>
              <a:chOff x="4630756" y="1700569"/>
              <a:chExt cx="2153797" cy="455895"/>
            </a:xfrm>
          </p:grpSpPr>
          <p:sp>
            <p:nvSpPr>
              <p:cNvPr id="969" name="Google Shape;969;p7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0" name="Google Shape;970;p7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1" name="Google Shape;971;p7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72" name="Google Shape;972;p77"/>
            <p:cNvGrpSpPr/>
            <p:nvPr/>
          </p:nvGrpSpPr>
          <p:grpSpPr>
            <a:xfrm rot="10800000">
              <a:off x="8046756" y="-125797"/>
              <a:ext cx="1017112" cy="1274803"/>
              <a:chOff x="3406775" y="1971675"/>
              <a:chExt cx="946151" cy="1185863"/>
            </a:xfrm>
          </p:grpSpPr>
          <p:sp>
            <p:nvSpPr>
              <p:cNvPr id="973" name="Google Shape;973;p77"/>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4" name="Google Shape;974;p77"/>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5" name="Google Shape;975;p77"/>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976" name="Shape 976"/>
        <p:cNvGrpSpPr/>
        <p:nvPr/>
      </p:nvGrpSpPr>
      <p:grpSpPr>
        <a:xfrm>
          <a:off x="0" y="0"/>
          <a:ext cx="0" cy="0"/>
          <a:chOff x="0" y="0"/>
          <a:chExt cx="0" cy="0"/>
        </a:xfrm>
      </p:grpSpPr>
      <p:pic>
        <p:nvPicPr>
          <p:cNvPr id="977" name="Google Shape;977;p78"/>
          <p:cNvPicPr preferRelativeResize="0"/>
          <p:nvPr/>
        </p:nvPicPr>
        <p:blipFill rotWithShape="1">
          <a:blip r:embed="rId2">
            <a:alphaModFix/>
          </a:blip>
          <a:srcRect b="8581" l="1018" r="918" t="8581"/>
          <a:stretch/>
        </p:blipFill>
        <p:spPr>
          <a:xfrm rot="10800000">
            <a:off x="0" y="-1"/>
            <a:ext cx="9135475" cy="5143500"/>
          </a:xfrm>
          <a:prstGeom prst="rect">
            <a:avLst/>
          </a:prstGeom>
          <a:noFill/>
          <a:ln>
            <a:noFill/>
          </a:ln>
        </p:spPr>
      </p:pic>
      <p:sp>
        <p:nvSpPr>
          <p:cNvPr id="978" name="Google Shape;978;p78"/>
          <p:cNvSpPr txBox="1"/>
          <p:nvPr>
            <p:ph idx="1" type="subTitle"/>
          </p:nvPr>
        </p:nvSpPr>
        <p:spPr>
          <a:xfrm>
            <a:off x="1023894" y="1675525"/>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979" name="Google Shape;979;p78"/>
          <p:cNvSpPr txBox="1"/>
          <p:nvPr>
            <p:ph idx="2" type="subTitle"/>
          </p:nvPr>
        </p:nvSpPr>
        <p:spPr>
          <a:xfrm>
            <a:off x="1023894" y="2183734"/>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80" name="Google Shape;980;p78"/>
          <p:cNvSpPr txBox="1"/>
          <p:nvPr>
            <p:ph idx="3" type="subTitle"/>
          </p:nvPr>
        </p:nvSpPr>
        <p:spPr>
          <a:xfrm>
            <a:off x="5106901" y="2183734"/>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81" name="Google Shape;981;p78"/>
          <p:cNvSpPr txBox="1"/>
          <p:nvPr>
            <p:ph idx="4" type="subTitle"/>
          </p:nvPr>
        </p:nvSpPr>
        <p:spPr>
          <a:xfrm>
            <a:off x="1023894" y="3840136"/>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82" name="Google Shape;982;p78"/>
          <p:cNvSpPr txBox="1"/>
          <p:nvPr>
            <p:ph idx="5" type="subTitle"/>
          </p:nvPr>
        </p:nvSpPr>
        <p:spPr>
          <a:xfrm>
            <a:off x="5106901" y="3840136"/>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83" name="Google Shape;983;p78"/>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4" name="Google Shape;984;p78"/>
          <p:cNvSpPr txBox="1"/>
          <p:nvPr>
            <p:ph idx="6" type="subTitle"/>
          </p:nvPr>
        </p:nvSpPr>
        <p:spPr>
          <a:xfrm>
            <a:off x="1023894" y="3328478"/>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985" name="Google Shape;985;p78"/>
          <p:cNvSpPr txBox="1"/>
          <p:nvPr>
            <p:ph idx="7" type="subTitle"/>
          </p:nvPr>
        </p:nvSpPr>
        <p:spPr>
          <a:xfrm>
            <a:off x="5106901" y="1675525"/>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986" name="Google Shape;986;p78"/>
          <p:cNvSpPr txBox="1"/>
          <p:nvPr>
            <p:ph idx="8" type="subTitle"/>
          </p:nvPr>
        </p:nvSpPr>
        <p:spPr>
          <a:xfrm>
            <a:off x="5106901" y="3328478"/>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987" name="Google Shape;987;p78"/>
          <p:cNvGrpSpPr/>
          <p:nvPr/>
        </p:nvGrpSpPr>
        <p:grpSpPr>
          <a:xfrm>
            <a:off x="-946155" y="-27462"/>
            <a:ext cx="10447058" cy="5036618"/>
            <a:chOff x="-946155" y="-27462"/>
            <a:chExt cx="10447058" cy="5036618"/>
          </a:xfrm>
        </p:grpSpPr>
        <p:grpSp>
          <p:nvGrpSpPr>
            <p:cNvPr id="988" name="Google Shape;988;p78"/>
            <p:cNvGrpSpPr/>
            <p:nvPr/>
          </p:nvGrpSpPr>
          <p:grpSpPr>
            <a:xfrm rot="5400000">
              <a:off x="7030213" y="-267162"/>
              <a:ext cx="1517651" cy="1997050"/>
              <a:chOff x="987425" y="941388"/>
              <a:chExt cx="1517651" cy="1997050"/>
            </a:xfrm>
          </p:grpSpPr>
          <p:sp>
            <p:nvSpPr>
              <p:cNvPr id="989" name="Google Shape;989;p78"/>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0" name="Google Shape;990;p78"/>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1" name="Google Shape;991;p78"/>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92" name="Google Shape;992;p78"/>
            <p:cNvGrpSpPr/>
            <p:nvPr/>
          </p:nvGrpSpPr>
          <p:grpSpPr>
            <a:xfrm rot="-2700000">
              <a:off x="-1100386" y="3673759"/>
              <a:ext cx="2153776" cy="455891"/>
              <a:chOff x="4630756" y="1700569"/>
              <a:chExt cx="2153797" cy="455895"/>
            </a:xfrm>
          </p:grpSpPr>
          <p:sp>
            <p:nvSpPr>
              <p:cNvPr id="993" name="Google Shape;993;p7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4" name="Google Shape;994;p7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5" name="Google Shape;995;p78"/>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96" name="Google Shape;996;p78"/>
            <p:cNvGrpSpPr/>
            <p:nvPr/>
          </p:nvGrpSpPr>
          <p:grpSpPr>
            <a:xfrm rot="2700000">
              <a:off x="7801756" y="4626484"/>
              <a:ext cx="649282" cy="179386"/>
              <a:chOff x="3525838" y="4135438"/>
              <a:chExt cx="649288" cy="179388"/>
            </a:xfrm>
          </p:grpSpPr>
          <p:sp>
            <p:nvSpPr>
              <p:cNvPr id="997" name="Google Shape;997;p78"/>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8" name="Google Shape;998;p78"/>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9" name="Google Shape;999;p78"/>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00" name="Google Shape;1000;p78"/>
            <p:cNvGrpSpPr/>
            <p:nvPr/>
          </p:nvGrpSpPr>
          <p:grpSpPr>
            <a:xfrm>
              <a:off x="7347106" y="4335831"/>
              <a:ext cx="2153797" cy="455895"/>
              <a:chOff x="4630756" y="1700569"/>
              <a:chExt cx="2153797" cy="455895"/>
            </a:xfrm>
          </p:grpSpPr>
          <p:sp>
            <p:nvSpPr>
              <p:cNvPr id="1001" name="Google Shape;1001;p7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2" name="Google Shape;1002;p7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3" name="Google Shape;1003;p78"/>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04" name="Google Shape;1004;p78"/>
            <p:cNvGrpSpPr/>
            <p:nvPr/>
          </p:nvGrpSpPr>
          <p:grpSpPr>
            <a:xfrm>
              <a:off x="-70945" y="3330439"/>
              <a:ext cx="1017112" cy="1274803"/>
              <a:chOff x="3406775" y="1971675"/>
              <a:chExt cx="946151" cy="1185863"/>
            </a:xfrm>
          </p:grpSpPr>
          <p:sp>
            <p:nvSpPr>
              <p:cNvPr id="1005" name="Google Shape;1005;p7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6" name="Google Shape;1006;p7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7" name="Google Shape;1007;p7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008" name="Shape 1008"/>
        <p:cNvGrpSpPr/>
        <p:nvPr/>
      </p:nvGrpSpPr>
      <p:grpSpPr>
        <a:xfrm>
          <a:off x="0" y="0"/>
          <a:ext cx="0" cy="0"/>
          <a:chOff x="0" y="0"/>
          <a:chExt cx="0" cy="0"/>
        </a:xfrm>
      </p:grpSpPr>
      <p:pic>
        <p:nvPicPr>
          <p:cNvPr id="1009" name="Google Shape;1009;p79"/>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010" name="Google Shape;1010;p79"/>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1" name="Google Shape;1011;p79"/>
          <p:cNvSpPr txBox="1"/>
          <p:nvPr>
            <p:ph idx="1" type="subTitle"/>
          </p:nvPr>
        </p:nvSpPr>
        <p:spPr>
          <a:xfrm>
            <a:off x="719997" y="2372375"/>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2" name="Google Shape;1012;p79"/>
          <p:cNvSpPr txBox="1"/>
          <p:nvPr>
            <p:ph idx="2" type="subTitle"/>
          </p:nvPr>
        </p:nvSpPr>
        <p:spPr>
          <a:xfrm>
            <a:off x="3405300" y="2372363"/>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3" name="Google Shape;1013;p79"/>
          <p:cNvSpPr txBox="1"/>
          <p:nvPr>
            <p:ph idx="3" type="subTitle"/>
          </p:nvPr>
        </p:nvSpPr>
        <p:spPr>
          <a:xfrm>
            <a:off x="6093049" y="2372363"/>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4" name="Google Shape;1014;p79"/>
          <p:cNvSpPr txBox="1"/>
          <p:nvPr>
            <p:ph idx="4" type="subTitle"/>
          </p:nvPr>
        </p:nvSpPr>
        <p:spPr>
          <a:xfrm>
            <a:off x="719997" y="4198274"/>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5" name="Google Shape;1015;p79"/>
          <p:cNvSpPr txBox="1"/>
          <p:nvPr>
            <p:ph idx="5" type="subTitle"/>
          </p:nvPr>
        </p:nvSpPr>
        <p:spPr>
          <a:xfrm>
            <a:off x="3405300" y="4198274"/>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6" name="Google Shape;1016;p79"/>
          <p:cNvSpPr txBox="1"/>
          <p:nvPr>
            <p:ph idx="6" type="subTitle"/>
          </p:nvPr>
        </p:nvSpPr>
        <p:spPr>
          <a:xfrm>
            <a:off x="6093049" y="4198274"/>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7" name="Google Shape;1017;p79"/>
          <p:cNvSpPr txBox="1"/>
          <p:nvPr>
            <p:ph idx="7" type="subTitle"/>
          </p:nvPr>
        </p:nvSpPr>
        <p:spPr>
          <a:xfrm>
            <a:off x="719997" y="2051101"/>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018" name="Google Shape;1018;p79"/>
          <p:cNvSpPr txBox="1"/>
          <p:nvPr>
            <p:ph idx="8" type="subTitle"/>
          </p:nvPr>
        </p:nvSpPr>
        <p:spPr>
          <a:xfrm>
            <a:off x="3405300" y="2051101"/>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019" name="Google Shape;1019;p79"/>
          <p:cNvSpPr txBox="1"/>
          <p:nvPr>
            <p:ph idx="9" type="subTitle"/>
          </p:nvPr>
        </p:nvSpPr>
        <p:spPr>
          <a:xfrm>
            <a:off x="6093049" y="2051101"/>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020" name="Google Shape;1020;p79"/>
          <p:cNvSpPr txBox="1"/>
          <p:nvPr>
            <p:ph idx="13" type="subTitle"/>
          </p:nvPr>
        </p:nvSpPr>
        <p:spPr>
          <a:xfrm>
            <a:off x="719997" y="3880879"/>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021" name="Google Shape;1021;p79"/>
          <p:cNvSpPr txBox="1"/>
          <p:nvPr>
            <p:ph idx="14" type="subTitle"/>
          </p:nvPr>
        </p:nvSpPr>
        <p:spPr>
          <a:xfrm>
            <a:off x="3405300" y="3880878"/>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022" name="Google Shape;1022;p79"/>
          <p:cNvSpPr txBox="1"/>
          <p:nvPr>
            <p:ph idx="15" type="subTitle"/>
          </p:nvPr>
        </p:nvSpPr>
        <p:spPr>
          <a:xfrm>
            <a:off x="6093049" y="3880878"/>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1023" name="Google Shape;1023;p79"/>
          <p:cNvGrpSpPr/>
          <p:nvPr/>
        </p:nvGrpSpPr>
        <p:grpSpPr>
          <a:xfrm rot="-899881">
            <a:off x="7944639" y="-738524"/>
            <a:ext cx="1868723" cy="1646861"/>
            <a:chOff x="2757488" y="0"/>
            <a:chExt cx="1738314" cy="1531934"/>
          </a:xfrm>
        </p:grpSpPr>
        <p:sp>
          <p:nvSpPr>
            <p:cNvPr id="1024" name="Google Shape;1024;p7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5" name="Google Shape;1025;p7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6" name="Google Shape;1026;p7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27" name="Google Shape;1027;p79"/>
          <p:cNvGrpSpPr/>
          <p:nvPr/>
        </p:nvGrpSpPr>
        <p:grpSpPr>
          <a:xfrm rot="-1800044">
            <a:off x="7020570" y="5236437"/>
            <a:ext cx="2153749" cy="455791"/>
            <a:chOff x="4886735" y="1558927"/>
            <a:chExt cx="2153797" cy="455801"/>
          </a:xfrm>
        </p:grpSpPr>
        <p:sp>
          <p:nvSpPr>
            <p:cNvPr id="1028" name="Google Shape;1028;p79"/>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9" name="Google Shape;1029;p79"/>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0" name="Google Shape;1030;p79"/>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31" name="Google Shape;1031;p79"/>
          <p:cNvGrpSpPr/>
          <p:nvPr/>
        </p:nvGrpSpPr>
        <p:grpSpPr>
          <a:xfrm rot="9900119">
            <a:off x="105406" y="-149"/>
            <a:ext cx="1868723" cy="1646861"/>
            <a:chOff x="2757488" y="0"/>
            <a:chExt cx="1738314" cy="1531934"/>
          </a:xfrm>
        </p:grpSpPr>
        <p:sp>
          <p:nvSpPr>
            <p:cNvPr id="1032" name="Google Shape;1032;p7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3" name="Google Shape;1033;p7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4" name="Google Shape;1034;p7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35" name="Google Shape;1035;p79"/>
          <p:cNvGrpSpPr/>
          <p:nvPr/>
        </p:nvGrpSpPr>
        <p:grpSpPr>
          <a:xfrm rot="6299881">
            <a:off x="-385515" y="4622272"/>
            <a:ext cx="1017132" cy="1274827"/>
            <a:chOff x="3406775" y="1971675"/>
            <a:chExt cx="946151" cy="1185863"/>
          </a:xfrm>
        </p:grpSpPr>
        <p:sp>
          <p:nvSpPr>
            <p:cNvPr id="1036" name="Google Shape;1036;p7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7" name="Google Shape;1037;p7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8" name="Google Shape;1038;p7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39" name="Google Shape;1039;p79"/>
          <p:cNvGrpSpPr/>
          <p:nvPr/>
        </p:nvGrpSpPr>
        <p:grpSpPr>
          <a:xfrm rot="2700000">
            <a:off x="8392331" y="5017597"/>
            <a:ext cx="649282" cy="179386"/>
            <a:chOff x="3525838" y="4135438"/>
            <a:chExt cx="649288" cy="179388"/>
          </a:xfrm>
        </p:grpSpPr>
        <p:sp>
          <p:nvSpPr>
            <p:cNvPr id="1040" name="Google Shape;1040;p79"/>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1" name="Google Shape;1041;p79"/>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2" name="Google Shape;1042;p79"/>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043" name="Shape 1043"/>
        <p:cNvGrpSpPr/>
        <p:nvPr/>
      </p:nvGrpSpPr>
      <p:grpSpPr>
        <a:xfrm>
          <a:off x="0" y="0"/>
          <a:ext cx="0" cy="0"/>
          <a:chOff x="0" y="0"/>
          <a:chExt cx="0" cy="0"/>
        </a:xfrm>
      </p:grpSpPr>
      <p:pic>
        <p:nvPicPr>
          <p:cNvPr id="1044" name="Google Shape;1044;p80"/>
          <p:cNvPicPr preferRelativeResize="0"/>
          <p:nvPr/>
        </p:nvPicPr>
        <p:blipFill rotWithShape="1">
          <a:blip r:embed="rId2">
            <a:alphaModFix/>
          </a:blip>
          <a:srcRect b="8581" l="776" r="922" t="8581"/>
          <a:stretch/>
        </p:blipFill>
        <p:spPr>
          <a:xfrm rot="10800000">
            <a:off x="0" y="-1"/>
            <a:ext cx="9157400" cy="5143500"/>
          </a:xfrm>
          <a:prstGeom prst="rect">
            <a:avLst/>
          </a:prstGeom>
          <a:noFill/>
          <a:ln>
            <a:noFill/>
          </a:ln>
        </p:spPr>
      </p:pic>
      <p:sp>
        <p:nvSpPr>
          <p:cNvPr id="1045" name="Google Shape;1045;p80"/>
          <p:cNvSpPr txBox="1"/>
          <p:nvPr>
            <p:ph type="title"/>
          </p:nvPr>
        </p:nvSpPr>
        <p:spPr>
          <a:xfrm>
            <a:off x="1284000" y="540000"/>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046" name="Google Shape;1046;p80"/>
          <p:cNvSpPr txBox="1"/>
          <p:nvPr>
            <p:ph idx="1" type="subTitle"/>
          </p:nvPr>
        </p:nvSpPr>
        <p:spPr>
          <a:xfrm>
            <a:off x="1284000" y="1246025"/>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47" name="Google Shape;1047;p80"/>
          <p:cNvSpPr txBox="1"/>
          <p:nvPr>
            <p:ph idx="2" type="title"/>
          </p:nvPr>
        </p:nvSpPr>
        <p:spPr>
          <a:xfrm>
            <a:off x="1284000" y="1996144"/>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solidFill>
                  <a:schemeClr val="dk2"/>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048" name="Google Shape;1048;p80"/>
          <p:cNvSpPr txBox="1"/>
          <p:nvPr>
            <p:ph idx="3" type="subTitle"/>
          </p:nvPr>
        </p:nvSpPr>
        <p:spPr>
          <a:xfrm>
            <a:off x="1284000" y="2702169"/>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49" name="Google Shape;1049;p80"/>
          <p:cNvSpPr txBox="1"/>
          <p:nvPr>
            <p:ph idx="4" type="title"/>
          </p:nvPr>
        </p:nvSpPr>
        <p:spPr>
          <a:xfrm>
            <a:off x="1284000" y="3452288"/>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050" name="Google Shape;1050;p80"/>
          <p:cNvSpPr txBox="1"/>
          <p:nvPr>
            <p:ph idx="5" type="subTitle"/>
          </p:nvPr>
        </p:nvSpPr>
        <p:spPr>
          <a:xfrm>
            <a:off x="1284000" y="4158313"/>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51" name="Google Shape;1051;p80"/>
          <p:cNvGrpSpPr/>
          <p:nvPr/>
        </p:nvGrpSpPr>
        <p:grpSpPr>
          <a:xfrm>
            <a:off x="134844" y="-220831"/>
            <a:ext cx="8874295" cy="5585170"/>
            <a:chOff x="134844" y="-220831"/>
            <a:chExt cx="8874295" cy="5585170"/>
          </a:xfrm>
        </p:grpSpPr>
        <p:grpSp>
          <p:nvGrpSpPr>
            <p:cNvPr id="1052" name="Google Shape;1052;p80"/>
            <p:cNvGrpSpPr/>
            <p:nvPr/>
          </p:nvGrpSpPr>
          <p:grpSpPr>
            <a:xfrm flipH="1" rot="5400000">
              <a:off x="7704293" y="2343794"/>
              <a:ext cx="2153797" cy="455895"/>
              <a:chOff x="4630756" y="1700569"/>
              <a:chExt cx="2153797" cy="455895"/>
            </a:xfrm>
          </p:grpSpPr>
          <p:sp>
            <p:nvSpPr>
              <p:cNvPr id="1053" name="Google Shape;1053;p80"/>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4" name="Google Shape;1054;p80"/>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5" name="Google Shape;1055;p80"/>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56" name="Google Shape;1056;p80"/>
            <p:cNvGrpSpPr/>
            <p:nvPr/>
          </p:nvGrpSpPr>
          <p:grpSpPr>
            <a:xfrm flipH="1" rot="5400000">
              <a:off x="-714107" y="2343794"/>
              <a:ext cx="2153797" cy="455895"/>
              <a:chOff x="4630756" y="1700569"/>
              <a:chExt cx="2153797" cy="455895"/>
            </a:xfrm>
          </p:grpSpPr>
          <p:sp>
            <p:nvSpPr>
              <p:cNvPr id="1057" name="Google Shape;1057;p80"/>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8" name="Google Shape;1058;p80"/>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9" name="Google Shape;1059;p80"/>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60" name="Google Shape;1060;p80"/>
            <p:cNvGrpSpPr/>
            <p:nvPr/>
          </p:nvGrpSpPr>
          <p:grpSpPr>
            <a:xfrm flipH="1" rot="10800000">
              <a:off x="3495093" y="4908444"/>
              <a:ext cx="2153797" cy="455895"/>
              <a:chOff x="4630756" y="1700569"/>
              <a:chExt cx="2153797" cy="455895"/>
            </a:xfrm>
          </p:grpSpPr>
          <p:sp>
            <p:nvSpPr>
              <p:cNvPr id="1061" name="Google Shape;1061;p80"/>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2" name="Google Shape;1062;p80"/>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3" name="Google Shape;1063;p80"/>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64" name="Google Shape;1064;p80"/>
            <p:cNvGrpSpPr/>
            <p:nvPr/>
          </p:nvGrpSpPr>
          <p:grpSpPr>
            <a:xfrm flipH="1" rot="10800000">
              <a:off x="3495093" y="-220831"/>
              <a:ext cx="2153797" cy="455895"/>
              <a:chOff x="4630756" y="1700569"/>
              <a:chExt cx="2153797" cy="455895"/>
            </a:xfrm>
          </p:grpSpPr>
          <p:sp>
            <p:nvSpPr>
              <p:cNvPr id="1065" name="Google Shape;1065;p80"/>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6" name="Google Shape;1066;p80"/>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7" name="Google Shape;1067;p80"/>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068" name="Shape 1068"/>
        <p:cNvGrpSpPr/>
        <p:nvPr/>
      </p:nvGrpSpPr>
      <p:grpSpPr>
        <a:xfrm>
          <a:off x="0" y="0"/>
          <a:ext cx="0" cy="0"/>
          <a:chOff x="0" y="0"/>
          <a:chExt cx="0" cy="0"/>
        </a:xfrm>
      </p:grpSpPr>
      <p:pic>
        <p:nvPicPr>
          <p:cNvPr id="1069" name="Google Shape;1069;p81"/>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grpSp>
        <p:nvGrpSpPr>
          <p:cNvPr id="1070" name="Google Shape;1070;p81"/>
          <p:cNvGrpSpPr/>
          <p:nvPr/>
        </p:nvGrpSpPr>
        <p:grpSpPr>
          <a:xfrm>
            <a:off x="-880346" y="-366298"/>
            <a:ext cx="11110755" cy="7155496"/>
            <a:chOff x="-880346" y="-213898"/>
            <a:chExt cx="11110755" cy="7155496"/>
          </a:xfrm>
        </p:grpSpPr>
        <p:grpSp>
          <p:nvGrpSpPr>
            <p:cNvPr id="1071" name="Google Shape;1071;p81"/>
            <p:cNvGrpSpPr/>
            <p:nvPr/>
          </p:nvGrpSpPr>
          <p:grpSpPr>
            <a:xfrm rot="-2700000">
              <a:off x="1685409" y="4875369"/>
              <a:ext cx="1868589" cy="1646743"/>
              <a:chOff x="2757488" y="0"/>
              <a:chExt cx="1738314" cy="1531934"/>
            </a:xfrm>
          </p:grpSpPr>
          <p:sp>
            <p:nvSpPr>
              <p:cNvPr id="1072" name="Google Shape;1072;p81"/>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3" name="Google Shape;1073;p81"/>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4" name="Google Shape;1074;p81"/>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75" name="Google Shape;1075;p81"/>
            <p:cNvGrpSpPr/>
            <p:nvPr/>
          </p:nvGrpSpPr>
          <p:grpSpPr>
            <a:xfrm rot="10800000">
              <a:off x="-880346" y="229341"/>
              <a:ext cx="2153797" cy="455895"/>
              <a:chOff x="4630756" y="1700569"/>
              <a:chExt cx="2153797" cy="455895"/>
            </a:xfrm>
          </p:grpSpPr>
          <p:sp>
            <p:nvSpPr>
              <p:cNvPr id="1076" name="Google Shape;1076;p81"/>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7" name="Google Shape;1077;p81"/>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8" name="Google Shape;1078;p81"/>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79" name="Google Shape;1079;p81"/>
            <p:cNvGrpSpPr/>
            <p:nvPr/>
          </p:nvGrpSpPr>
          <p:grpSpPr>
            <a:xfrm rot="10800000">
              <a:off x="8076612" y="2786126"/>
              <a:ext cx="2153797" cy="455801"/>
              <a:chOff x="4886735" y="1558927"/>
              <a:chExt cx="2153797" cy="455801"/>
            </a:xfrm>
          </p:grpSpPr>
          <p:sp>
            <p:nvSpPr>
              <p:cNvPr id="1080" name="Google Shape;1080;p81"/>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1" name="Google Shape;1081;p81"/>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2" name="Google Shape;1082;p81"/>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83" name="Google Shape;1083;p81"/>
            <p:cNvGrpSpPr/>
            <p:nvPr/>
          </p:nvGrpSpPr>
          <p:grpSpPr>
            <a:xfrm rot="10800000">
              <a:off x="8644952" y="-180100"/>
              <a:ext cx="1017112" cy="1274803"/>
              <a:chOff x="3406775" y="1971675"/>
              <a:chExt cx="946151" cy="1185863"/>
            </a:xfrm>
          </p:grpSpPr>
          <p:sp>
            <p:nvSpPr>
              <p:cNvPr id="1084" name="Google Shape;1084;p81"/>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5" name="Google Shape;1085;p81"/>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6" name="Google Shape;1086;p81"/>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87" name="Google Shape;1087;p81"/>
            <p:cNvGrpSpPr/>
            <p:nvPr/>
          </p:nvGrpSpPr>
          <p:grpSpPr>
            <a:xfrm rot="10800000">
              <a:off x="8063598" y="-864"/>
              <a:ext cx="855055" cy="686105"/>
              <a:chOff x="3524250" y="2062163"/>
              <a:chExt cx="795400" cy="638237"/>
            </a:xfrm>
          </p:grpSpPr>
          <p:sp>
            <p:nvSpPr>
              <p:cNvPr id="1088" name="Google Shape;1088;p81"/>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9" name="Google Shape;1089;p81"/>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0" name="Google Shape;1090;p81"/>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91" name="Google Shape;1091;p81"/>
            <p:cNvGrpSpPr/>
            <p:nvPr/>
          </p:nvGrpSpPr>
          <p:grpSpPr>
            <a:xfrm rot="-1800044">
              <a:off x="5643720" y="5236437"/>
              <a:ext cx="2153749" cy="455791"/>
              <a:chOff x="4886735" y="1558927"/>
              <a:chExt cx="2153797" cy="455801"/>
            </a:xfrm>
          </p:grpSpPr>
          <p:sp>
            <p:nvSpPr>
              <p:cNvPr id="1092" name="Google Shape;1092;p81"/>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3" name="Google Shape;1093;p81"/>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4" name="Google Shape;1094;p81"/>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95" name="Google Shape;1095;p81"/>
            <p:cNvGrpSpPr/>
            <p:nvPr/>
          </p:nvGrpSpPr>
          <p:grpSpPr>
            <a:xfrm rot="9900119">
              <a:off x="105406" y="-149"/>
              <a:ext cx="1868723" cy="1646861"/>
              <a:chOff x="2757488" y="0"/>
              <a:chExt cx="1738314" cy="1531934"/>
            </a:xfrm>
          </p:grpSpPr>
          <p:sp>
            <p:nvSpPr>
              <p:cNvPr id="1096" name="Google Shape;1096;p81"/>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7" name="Google Shape;1097;p81"/>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8" name="Google Shape;1098;p81"/>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099" name="Google Shape;1099;p81"/>
            <p:cNvGrpSpPr/>
            <p:nvPr/>
          </p:nvGrpSpPr>
          <p:grpSpPr>
            <a:xfrm rot="6299881">
              <a:off x="-189815" y="4227447"/>
              <a:ext cx="1017132" cy="1274827"/>
              <a:chOff x="3406775" y="1971675"/>
              <a:chExt cx="946151" cy="1185863"/>
            </a:xfrm>
          </p:grpSpPr>
          <p:sp>
            <p:nvSpPr>
              <p:cNvPr id="1100" name="Google Shape;1100;p81"/>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1" name="Google Shape;1101;p81"/>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2" name="Google Shape;1102;p81"/>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103" name="Shape 1103"/>
        <p:cNvGrpSpPr/>
        <p:nvPr/>
      </p:nvGrpSpPr>
      <p:grpSpPr>
        <a:xfrm>
          <a:off x="0" y="0"/>
          <a:ext cx="0" cy="0"/>
          <a:chOff x="0" y="0"/>
          <a:chExt cx="0" cy="0"/>
        </a:xfrm>
      </p:grpSpPr>
      <p:pic>
        <p:nvPicPr>
          <p:cNvPr id="1104" name="Google Shape;1104;p82"/>
          <p:cNvPicPr preferRelativeResize="0"/>
          <p:nvPr/>
        </p:nvPicPr>
        <p:blipFill rotWithShape="1">
          <a:blip r:embed="rId2">
            <a:alphaModFix/>
          </a:blip>
          <a:srcRect b="8933" l="893" r="922" t="8578"/>
          <a:stretch/>
        </p:blipFill>
        <p:spPr>
          <a:xfrm rot="10800000">
            <a:off x="0" y="21924"/>
            <a:ext cx="9146425" cy="5121576"/>
          </a:xfrm>
          <a:prstGeom prst="rect">
            <a:avLst/>
          </a:prstGeom>
          <a:noFill/>
          <a:ln>
            <a:noFill/>
          </a:ln>
        </p:spPr>
      </p:pic>
      <p:grpSp>
        <p:nvGrpSpPr>
          <p:cNvPr id="1105" name="Google Shape;1105;p82"/>
          <p:cNvGrpSpPr/>
          <p:nvPr/>
        </p:nvGrpSpPr>
        <p:grpSpPr>
          <a:xfrm>
            <a:off x="-880346" y="-694985"/>
            <a:ext cx="11679105" cy="6895128"/>
            <a:chOff x="-880346" y="-694985"/>
            <a:chExt cx="11679105" cy="6895128"/>
          </a:xfrm>
        </p:grpSpPr>
        <p:grpSp>
          <p:nvGrpSpPr>
            <p:cNvPr id="1106" name="Google Shape;1106;p82"/>
            <p:cNvGrpSpPr/>
            <p:nvPr/>
          </p:nvGrpSpPr>
          <p:grpSpPr>
            <a:xfrm rot="-2700000">
              <a:off x="185733" y="3079512"/>
              <a:ext cx="616864" cy="614808"/>
              <a:chOff x="2588041" y="-11077"/>
              <a:chExt cx="511959" cy="510252"/>
            </a:xfrm>
          </p:grpSpPr>
          <p:cxnSp>
            <p:nvCxnSpPr>
              <p:cNvPr id="1107" name="Google Shape;1107;p8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108" name="Google Shape;1108;p8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9" name="Google Shape;1109;p8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10" name="Google Shape;1110;p82"/>
            <p:cNvGrpSpPr/>
            <p:nvPr/>
          </p:nvGrpSpPr>
          <p:grpSpPr>
            <a:xfrm rot="-8100000">
              <a:off x="169518" y="140759"/>
              <a:ext cx="649282" cy="179386"/>
              <a:chOff x="3525838" y="4135438"/>
              <a:chExt cx="649288" cy="179388"/>
            </a:xfrm>
          </p:grpSpPr>
          <p:sp>
            <p:nvSpPr>
              <p:cNvPr id="1111" name="Google Shape;1111;p82"/>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2" name="Google Shape;1112;p82"/>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3" name="Google Shape;1113;p82"/>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14" name="Google Shape;1114;p82"/>
            <p:cNvGrpSpPr/>
            <p:nvPr/>
          </p:nvGrpSpPr>
          <p:grpSpPr>
            <a:xfrm rot="10800000">
              <a:off x="-880346" y="229341"/>
              <a:ext cx="2153797" cy="455895"/>
              <a:chOff x="4630756" y="1700569"/>
              <a:chExt cx="2153797" cy="455895"/>
            </a:xfrm>
          </p:grpSpPr>
          <p:sp>
            <p:nvSpPr>
              <p:cNvPr id="1115" name="Google Shape;1115;p82"/>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6" name="Google Shape;1116;p82"/>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7" name="Google Shape;1117;p82"/>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18" name="Google Shape;1118;p82"/>
            <p:cNvGrpSpPr/>
            <p:nvPr/>
          </p:nvGrpSpPr>
          <p:grpSpPr>
            <a:xfrm rot="10800000">
              <a:off x="8644962" y="2786126"/>
              <a:ext cx="2153797" cy="455801"/>
              <a:chOff x="4886735" y="1558927"/>
              <a:chExt cx="2153797" cy="455801"/>
            </a:xfrm>
          </p:grpSpPr>
          <p:sp>
            <p:nvSpPr>
              <p:cNvPr id="1119" name="Google Shape;1119;p82"/>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0" name="Google Shape;1120;p82"/>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1" name="Google Shape;1121;p82"/>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22" name="Google Shape;1122;p82"/>
            <p:cNvGrpSpPr/>
            <p:nvPr/>
          </p:nvGrpSpPr>
          <p:grpSpPr>
            <a:xfrm rot="10800000">
              <a:off x="8644952" y="-180100"/>
              <a:ext cx="1017112" cy="1274803"/>
              <a:chOff x="3406775" y="1971675"/>
              <a:chExt cx="946151" cy="1185863"/>
            </a:xfrm>
          </p:grpSpPr>
          <p:sp>
            <p:nvSpPr>
              <p:cNvPr id="1123" name="Google Shape;1123;p8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4" name="Google Shape;1124;p8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5" name="Google Shape;1125;p8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26" name="Google Shape;1126;p82"/>
            <p:cNvGrpSpPr/>
            <p:nvPr/>
          </p:nvGrpSpPr>
          <p:grpSpPr>
            <a:xfrm rot="10800000">
              <a:off x="8063598" y="49354"/>
              <a:ext cx="855055" cy="686105"/>
              <a:chOff x="3524250" y="2015449"/>
              <a:chExt cx="795400" cy="638237"/>
            </a:xfrm>
          </p:grpSpPr>
          <p:sp>
            <p:nvSpPr>
              <p:cNvPr id="1127" name="Google Shape;1127;p82"/>
              <p:cNvSpPr/>
              <p:nvPr/>
            </p:nvSpPr>
            <p:spPr>
              <a:xfrm>
                <a:off x="3554413" y="2044024"/>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8" name="Google Shape;1128;p82"/>
              <p:cNvSpPr/>
              <p:nvPr/>
            </p:nvSpPr>
            <p:spPr>
              <a:xfrm>
                <a:off x="4260850" y="2594886"/>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9" name="Google Shape;1129;p82"/>
              <p:cNvSpPr/>
              <p:nvPr/>
            </p:nvSpPr>
            <p:spPr>
              <a:xfrm>
                <a:off x="3524250" y="2015449"/>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30" name="Google Shape;1130;p82"/>
            <p:cNvGrpSpPr/>
            <p:nvPr/>
          </p:nvGrpSpPr>
          <p:grpSpPr>
            <a:xfrm rot="-899881">
              <a:off x="7944639" y="-481236"/>
              <a:ext cx="1868723" cy="1646861"/>
              <a:chOff x="2757488" y="0"/>
              <a:chExt cx="1738314" cy="1531934"/>
            </a:xfrm>
          </p:grpSpPr>
          <p:sp>
            <p:nvSpPr>
              <p:cNvPr id="1131" name="Google Shape;1131;p82"/>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2" name="Google Shape;1132;p82"/>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3" name="Google Shape;1133;p82"/>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34" name="Google Shape;1134;p82"/>
            <p:cNvGrpSpPr/>
            <p:nvPr/>
          </p:nvGrpSpPr>
          <p:grpSpPr>
            <a:xfrm rot="9900119">
              <a:off x="105406" y="-149"/>
              <a:ext cx="1868723" cy="1646861"/>
              <a:chOff x="2757488" y="0"/>
              <a:chExt cx="1738314" cy="1531934"/>
            </a:xfrm>
          </p:grpSpPr>
          <p:sp>
            <p:nvSpPr>
              <p:cNvPr id="1135" name="Google Shape;1135;p82"/>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6" name="Google Shape;1136;p82"/>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7" name="Google Shape;1137;p82"/>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38" name="Google Shape;1138;p82"/>
            <p:cNvGrpSpPr/>
            <p:nvPr/>
          </p:nvGrpSpPr>
          <p:grpSpPr>
            <a:xfrm rot="6299881">
              <a:off x="1424035" y="4622272"/>
              <a:ext cx="1017132" cy="1274827"/>
              <a:chOff x="3406775" y="1971675"/>
              <a:chExt cx="946151" cy="1185863"/>
            </a:xfrm>
          </p:grpSpPr>
          <p:sp>
            <p:nvSpPr>
              <p:cNvPr id="1139" name="Google Shape;1139;p8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0" name="Google Shape;1140;p8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1" name="Google Shape;1141;p8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42" name="Google Shape;1142;p82"/>
            <p:cNvGrpSpPr/>
            <p:nvPr/>
          </p:nvGrpSpPr>
          <p:grpSpPr>
            <a:xfrm rot="-1800044">
              <a:off x="6178920" y="5236437"/>
              <a:ext cx="2153749" cy="455791"/>
              <a:chOff x="4886735" y="1558927"/>
              <a:chExt cx="2153797" cy="455801"/>
            </a:xfrm>
          </p:grpSpPr>
          <p:sp>
            <p:nvSpPr>
              <p:cNvPr id="1143" name="Google Shape;1143;p82"/>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4" name="Google Shape;1144;p82"/>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5" name="Google Shape;1145;p82"/>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49" name="Shape 1149"/>
        <p:cNvGrpSpPr/>
        <p:nvPr/>
      </p:nvGrpSpPr>
      <p:grpSpPr>
        <a:xfrm>
          <a:off x="0" y="0"/>
          <a:ext cx="0" cy="0"/>
          <a:chOff x="0" y="0"/>
          <a:chExt cx="0" cy="0"/>
        </a:xfrm>
      </p:grpSpPr>
      <p:pic>
        <p:nvPicPr>
          <p:cNvPr id="1150" name="Google Shape;1150;p44"/>
          <p:cNvPicPr preferRelativeResize="0"/>
          <p:nvPr/>
        </p:nvPicPr>
        <p:blipFill rotWithShape="1">
          <a:blip r:embed="rId2">
            <a:alphaModFix/>
          </a:blip>
          <a:srcRect b="8581" l="1018" r="918" t="8581"/>
          <a:stretch/>
        </p:blipFill>
        <p:spPr>
          <a:xfrm flipH="1" rot="10800000">
            <a:off x="0" y="-1"/>
            <a:ext cx="9135475" cy="5143500"/>
          </a:xfrm>
          <a:prstGeom prst="rect">
            <a:avLst/>
          </a:prstGeom>
          <a:noFill/>
          <a:ln>
            <a:noFill/>
          </a:ln>
        </p:spPr>
      </p:pic>
      <p:sp>
        <p:nvSpPr>
          <p:cNvPr id="1151" name="Google Shape;1151;p44"/>
          <p:cNvSpPr txBox="1"/>
          <p:nvPr>
            <p:ph type="title"/>
          </p:nvPr>
        </p:nvSpPr>
        <p:spPr>
          <a:xfrm>
            <a:off x="993900" y="2571750"/>
            <a:ext cx="71562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6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52" name="Google Shape;1152;p44"/>
          <p:cNvSpPr txBox="1"/>
          <p:nvPr>
            <p:ph idx="2" type="title"/>
          </p:nvPr>
        </p:nvSpPr>
        <p:spPr>
          <a:xfrm>
            <a:off x="4005750" y="1190275"/>
            <a:ext cx="11325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b="1"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53" name="Google Shape;1153;p44"/>
          <p:cNvSpPr txBox="1"/>
          <p:nvPr>
            <p:ph idx="1" type="subTitle"/>
          </p:nvPr>
        </p:nvSpPr>
        <p:spPr>
          <a:xfrm>
            <a:off x="1885950" y="3559050"/>
            <a:ext cx="5372100" cy="42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800"/>
              <a:buNone/>
              <a:defRPr>
                <a:solidFill>
                  <a:schemeClr val="dk1"/>
                </a:solidFill>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p:txBody>
      </p:sp>
      <p:grpSp>
        <p:nvGrpSpPr>
          <p:cNvPr id="1154" name="Google Shape;1154;p44"/>
          <p:cNvGrpSpPr/>
          <p:nvPr/>
        </p:nvGrpSpPr>
        <p:grpSpPr>
          <a:xfrm>
            <a:off x="-934341" y="-227898"/>
            <a:ext cx="10633141" cy="6978232"/>
            <a:chOff x="-934341" y="-227898"/>
            <a:chExt cx="10633141" cy="6978232"/>
          </a:xfrm>
        </p:grpSpPr>
        <p:grpSp>
          <p:nvGrpSpPr>
            <p:cNvPr id="1155" name="Google Shape;1155;p44"/>
            <p:cNvGrpSpPr/>
            <p:nvPr/>
          </p:nvGrpSpPr>
          <p:grpSpPr>
            <a:xfrm>
              <a:off x="467179" y="4603505"/>
              <a:ext cx="1631475" cy="2146829"/>
              <a:chOff x="987425" y="941388"/>
              <a:chExt cx="1517651" cy="1997050"/>
            </a:xfrm>
          </p:grpSpPr>
          <p:sp>
            <p:nvSpPr>
              <p:cNvPr id="1156" name="Google Shape;1156;p44"/>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7" name="Google Shape;1157;p44"/>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8" name="Google Shape;1158;p44"/>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59" name="Google Shape;1159;p44"/>
            <p:cNvGrpSpPr/>
            <p:nvPr/>
          </p:nvGrpSpPr>
          <p:grpSpPr>
            <a:xfrm rot="10800000">
              <a:off x="7659717" y="4401551"/>
              <a:ext cx="1017112" cy="1274803"/>
              <a:chOff x="3406775" y="1971675"/>
              <a:chExt cx="946151" cy="1185863"/>
            </a:xfrm>
          </p:grpSpPr>
          <p:sp>
            <p:nvSpPr>
              <p:cNvPr id="1160" name="Google Shape;1160;p4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1" name="Google Shape;1161;p4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2" name="Google Shape;1162;p4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63" name="Google Shape;1163;p44"/>
            <p:cNvGrpSpPr/>
            <p:nvPr/>
          </p:nvGrpSpPr>
          <p:grpSpPr>
            <a:xfrm rot="-5400000">
              <a:off x="8552842" y="1934351"/>
              <a:ext cx="1017112" cy="1274803"/>
              <a:chOff x="3406775" y="1971675"/>
              <a:chExt cx="946151" cy="1185863"/>
            </a:xfrm>
          </p:grpSpPr>
          <p:sp>
            <p:nvSpPr>
              <p:cNvPr id="1164" name="Google Shape;1164;p4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5" name="Google Shape;1165;p4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6" name="Google Shape;1166;p4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67" name="Google Shape;1167;p44"/>
            <p:cNvGrpSpPr/>
            <p:nvPr/>
          </p:nvGrpSpPr>
          <p:grpSpPr>
            <a:xfrm>
              <a:off x="-934341" y="152400"/>
              <a:ext cx="1868687" cy="1646829"/>
              <a:chOff x="2757488" y="141767"/>
              <a:chExt cx="1738314" cy="1531934"/>
            </a:xfrm>
          </p:grpSpPr>
          <p:sp>
            <p:nvSpPr>
              <p:cNvPr id="1168" name="Google Shape;1168;p44"/>
              <p:cNvSpPr/>
              <p:nvPr/>
            </p:nvSpPr>
            <p:spPr>
              <a:xfrm>
                <a:off x="2786063" y="171930"/>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9" name="Google Shape;1169;p44"/>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0" name="Google Shape;1170;p44"/>
              <p:cNvSpPr/>
              <p:nvPr/>
            </p:nvSpPr>
            <p:spPr>
              <a:xfrm>
                <a:off x="4337050" y="141767"/>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71" name="Google Shape;1171;p44"/>
            <p:cNvGrpSpPr/>
            <p:nvPr/>
          </p:nvGrpSpPr>
          <p:grpSpPr>
            <a:xfrm>
              <a:off x="-86047" y="2640401"/>
              <a:ext cx="855055" cy="686105"/>
              <a:chOff x="3524250" y="2062163"/>
              <a:chExt cx="795400" cy="638237"/>
            </a:xfrm>
          </p:grpSpPr>
          <p:sp>
            <p:nvSpPr>
              <p:cNvPr id="1172" name="Google Shape;1172;p44"/>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3" name="Google Shape;1173;p44"/>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4" name="Google Shape;1174;p44"/>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75" name="Google Shape;1175;p44"/>
            <p:cNvGrpSpPr/>
            <p:nvPr/>
          </p:nvGrpSpPr>
          <p:grpSpPr>
            <a:xfrm rot="10800000">
              <a:off x="7347110" y="-227898"/>
              <a:ext cx="2153797" cy="455801"/>
              <a:chOff x="4886735" y="1558927"/>
              <a:chExt cx="2153797" cy="455801"/>
            </a:xfrm>
          </p:grpSpPr>
          <p:sp>
            <p:nvSpPr>
              <p:cNvPr id="1176" name="Google Shape;1176;p44"/>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7" name="Google Shape;1177;p44"/>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8" name="Google Shape;1178;p44"/>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79" name="Shape 1179"/>
        <p:cNvGrpSpPr/>
        <p:nvPr/>
      </p:nvGrpSpPr>
      <p:grpSpPr>
        <a:xfrm>
          <a:off x="0" y="0"/>
          <a:ext cx="0" cy="0"/>
          <a:chOff x="0" y="0"/>
          <a:chExt cx="0" cy="0"/>
        </a:xfrm>
      </p:grpSpPr>
      <p:pic>
        <p:nvPicPr>
          <p:cNvPr id="1180" name="Google Shape;1180;p46"/>
          <p:cNvPicPr preferRelativeResize="0"/>
          <p:nvPr/>
        </p:nvPicPr>
        <p:blipFill rotWithShape="1">
          <a:blip r:embed="rId2">
            <a:alphaModFix/>
          </a:blip>
          <a:srcRect b="8581" l="922" r="922" t="8581"/>
          <a:stretch/>
        </p:blipFill>
        <p:spPr>
          <a:xfrm flipH="1" rot="10800000">
            <a:off x="0" y="0"/>
            <a:ext cx="9144000" cy="5143500"/>
          </a:xfrm>
          <a:prstGeom prst="rect">
            <a:avLst/>
          </a:prstGeom>
          <a:noFill/>
          <a:ln>
            <a:noFill/>
          </a:ln>
        </p:spPr>
      </p:pic>
      <p:sp>
        <p:nvSpPr>
          <p:cNvPr id="1181" name="Google Shape;1181;p46"/>
          <p:cNvSpPr txBox="1"/>
          <p:nvPr>
            <p:ph type="title"/>
          </p:nvPr>
        </p:nvSpPr>
        <p:spPr>
          <a:xfrm>
            <a:off x="703713" y="1943250"/>
            <a:ext cx="3501600" cy="12570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33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82" name="Google Shape;1182;p46"/>
          <p:cNvSpPr txBox="1"/>
          <p:nvPr>
            <p:ph idx="1" type="body"/>
          </p:nvPr>
        </p:nvSpPr>
        <p:spPr>
          <a:xfrm>
            <a:off x="4572025" y="1287300"/>
            <a:ext cx="3852000" cy="25689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5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grpSp>
        <p:nvGrpSpPr>
          <p:cNvPr id="1183" name="Google Shape;1183;p46"/>
          <p:cNvGrpSpPr/>
          <p:nvPr/>
        </p:nvGrpSpPr>
        <p:grpSpPr>
          <a:xfrm>
            <a:off x="120616" y="618943"/>
            <a:ext cx="1631475" cy="2146829"/>
            <a:chOff x="987425" y="941388"/>
            <a:chExt cx="1517651" cy="1997050"/>
          </a:xfrm>
        </p:grpSpPr>
        <p:sp>
          <p:nvSpPr>
            <p:cNvPr id="1184" name="Google Shape;1184;p46"/>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85" name="Google Shape;1185;p46"/>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86" name="Google Shape;1186;p46"/>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87" name="Google Shape;1187;p46"/>
          <p:cNvGrpSpPr/>
          <p:nvPr/>
        </p:nvGrpSpPr>
        <p:grpSpPr>
          <a:xfrm rot="5400000">
            <a:off x="-385483" y="3378601"/>
            <a:ext cx="1017112" cy="1274803"/>
            <a:chOff x="3406775" y="1971675"/>
            <a:chExt cx="946151" cy="1185863"/>
          </a:xfrm>
        </p:grpSpPr>
        <p:sp>
          <p:nvSpPr>
            <p:cNvPr id="1188" name="Google Shape;1188;p46"/>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89" name="Google Shape;1189;p46"/>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90" name="Google Shape;1190;p46"/>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91" name="Google Shape;1191;p46"/>
          <p:cNvGrpSpPr/>
          <p:nvPr/>
        </p:nvGrpSpPr>
        <p:grpSpPr>
          <a:xfrm>
            <a:off x="3495110" y="4915602"/>
            <a:ext cx="2153797" cy="455801"/>
            <a:chOff x="4886735" y="1558927"/>
            <a:chExt cx="2153797" cy="455801"/>
          </a:xfrm>
        </p:grpSpPr>
        <p:sp>
          <p:nvSpPr>
            <p:cNvPr id="1192" name="Google Shape;1192;p46"/>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93" name="Google Shape;1193;p46"/>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94" name="Google Shape;1194;p46"/>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95" name="Google Shape;1195;p46"/>
          <p:cNvGrpSpPr/>
          <p:nvPr/>
        </p:nvGrpSpPr>
        <p:grpSpPr>
          <a:xfrm rot="2700000">
            <a:off x="8392331" y="263859"/>
            <a:ext cx="649282" cy="179386"/>
            <a:chOff x="3525838" y="4135438"/>
            <a:chExt cx="649288" cy="179388"/>
          </a:xfrm>
        </p:grpSpPr>
        <p:sp>
          <p:nvSpPr>
            <p:cNvPr id="1196" name="Google Shape;1196;p46"/>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97" name="Google Shape;1197;p46"/>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98" name="Google Shape;1198;p46"/>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199" name="Google Shape;1199;p46"/>
          <p:cNvGrpSpPr/>
          <p:nvPr/>
        </p:nvGrpSpPr>
        <p:grpSpPr>
          <a:xfrm>
            <a:off x="7640081" y="-6"/>
            <a:ext cx="2153797" cy="455895"/>
            <a:chOff x="4630756" y="1700569"/>
            <a:chExt cx="2153797" cy="455895"/>
          </a:xfrm>
        </p:grpSpPr>
        <p:sp>
          <p:nvSpPr>
            <p:cNvPr id="1200" name="Google Shape;1200;p46"/>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01" name="Google Shape;1201;p46"/>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02" name="Google Shape;1202;p46"/>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03" name="Google Shape;1203;p46"/>
          <p:cNvGrpSpPr/>
          <p:nvPr/>
        </p:nvGrpSpPr>
        <p:grpSpPr>
          <a:xfrm rot="8100000">
            <a:off x="8408546" y="2244547"/>
            <a:ext cx="616864" cy="614808"/>
            <a:chOff x="2588041" y="-11077"/>
            <a:chExt cx="511959" cy="510252"/>
          </a:xfrm>
        </p:grpSpPr>
        <p:cxnSp>
          <p:nvCxnSpPr>
            <p:cNvPr id="1204" name="Google Shape;1204;p46"/>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205" name="Google Shape;1205;p46"/>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06" name="Google Shape;1206;p46"/>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07" name="Google Shape;1207;p46"/>
          <p:cNvGrpSpPr/>
          <p:nvPr/>
        </p:nvGrpSpPr>
        <p:grpSpPr>
          <a:xfrm>
            <a:off x="8596528" y="4524551"/>
            <a:ext cx="855055" cy="686105"/>
            <a:chOff x="3524250" y="2062163"/>
            <a:chExt cx="795400" cy="638237"/>
          </a:xfrm>
        </p:grpSpPr>
        <p:sp>
          <p:nvSpPr>
            <p:cNvPr id="1208" name="Google Shape;1208;p46"/>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09" name="Google Shape;1209;p46"/>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10" name="Google Shape;1210;p46"/>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11" name="Shape 1211"/>
        <p:cNvGrpSpPr/>
        <p:nvPr/>
      </p:nvGrpSpPr>
      <p:grpSpPr>
        <a:xfrm>
          <a:off x="0" y="0"/>
          <a:ext cx="0" cy="0"/>
          <a:chOff x="0" y="0"/>
          <a:chExt cx="0" cy="0"/>
        </a:xfrm>
      </p:grpSpPr>
      <p:pic>
        <p:nvPicPr>
          <p:cNvPr id="1212" name="Google Shape;1212;p45"/>
          <p:cNvPicPr preferRelativeResize="0"/>
          <p:nvPr/>
        </p:nvPicPr>
        <p:blipFill rotWithShape="1">
          <a:blip r:embed="rId2">
            <a:alphaModFix/>
          </a:blip>
          <a:srcRect b="8581" l="-457" r="932" t="8581"/>
          <a:stretch/>
        </p:blipFill>
        <p:spPr>
          <a:xfrm rot="10800000">
            <a:off x="-43200" y="0"/>
            <a:ext cx="9187200" cy="5143500"/>
          </a:xfrm>
          <a:prstGeom prst="rect">
            <a:avLst/>
          </a:prstGeom>
          <a:noFill/>
          <a:ln>
            <a:noFill/>
          </a:ln>
        </p:spPr>
      </p:pic>
      <p:sp>
        <p:nvSpPr>
          <p:cNvPr id="1213" name="Google Shape;1213;p45"/>
          <p:cNvSpPr txBox="1"/>
          <p:nvPr>
            <p:ph type="title"/>
          </p:nvPr>
        </p:nvSpPr>
        <p:spPr>
          <a:xfrm>
            <a:off x="1634700" y="1482138"/>
            <a:ext cx="5874600" cy="14391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4200"/>
              <a:buNone/>
              <a:defRPr sz="100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14" name="Google Shape;1214;p45"/>
          <p:cNvSpPr txBox="1"/>
          <p:nvPr>
            <p:ph idx="1" type="subTitle"/>
          </p:nvPr>
        </p:nvSpPr>
        <p:spPr>
          <a:xfrm>
            <a:off x="1634700" y="2921238"/>
            <a:ext cx="5874600" cy="740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1215" name="Google Shape;1215;p45"/>
          <p:cNvGrpSpPr/>
          <p:nvPr/>
        </p:nvGrpSpPr>
        <p:grpSpPr>
          <a:xfrm>
            <a:off x="-911484" y="-299658"/>
            <a:ext cx="10525868" cy="7049992"/>
            <a:chOff x="-911484" y="-299658"/>
            <a:chExt cx="10525868" cy="7049992"/>
          </a:xfrm>
        </p:grpSpPr>
        <p:grpSp>
          <p:nvGrpSpPr>
            <p:cNvPr id="1216" name="Google Shape;1216;p45"/>
            <p:cNvGrpSpPr/>
            <p:nvPr/>
          </p:nvGrpSpPr>
          <p:grpSpPr>
            <a:xfrm>
              <a:off x="-911484" y="4603505"/>
              <a:ext cx="1631475" cy="2146829"/>
              <a:chOff x="987425" y="941388"/>
              <a:chExt cx="1517651" cy="1997050"/>
            </a:xfrm>
          </p:grpSpPr>
          <p:sp>
            <p:nvSpPr>
              <p:cNvPr id="1217" name="Google Shape;1217;p45"/>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18" name="Google Shape;1218;p45"/>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19" name="Google Shape;1219;p45"/>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20" name="Google Shape;1220;p45"/>
            <p:cNvGrpSpPr/>
            <p:nvPr/>
          </p:nvGrpSpPr>
          <p:grpSpPr>
            <a:xfrm>
              <a:off x="7713284" y="1429625"/>
              <a:ext cx="1901100" cy="1646829"/>
              <a:chOff x="2649767" y="0"/>
              <a:chExt cx="1768465" cy="1531934"/>
            </a:xfrm>
          </p:grpSpPr>
          <p:sp>
            <p:nvSpPr>
              <p:cNvPr id="1221" name="Google Shape;1221;p45"/>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22" name="Google Shape;1222;p45"/>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23" name="Google Shape;1223;p45"/>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24" name="Google Shape;1224;p45"/>
            <p:cNvGrpSpPr/>
            <p:nvPr/>
          </p:nvGrpSpPr>
          <p:grpSpPr>
            <a:xfrm>
              <a:off x="4063442" y="4568014"/>
              <a:ext cx="1017112" cy="1274803"/>
              <a:chOff x="3406775" y="1971675"/>
              <a:chExt cx="946151" cy="1185863"/>
            </a:xfrm>
          </p:grpSpPr>
          <p:sp>
            <p:nvSpPr>
              <p:cNvPr id="1225" name="Google Shape;1225;p4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26" name="Google Shape;1226;p4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27" name="Google Shape;1227;p4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28" name="Google Shape;1228;p45"/>
            <p:cNvGrpSpPr/>
            <p:nvPr/>
          </p:nvGrpSpPr>
          <p:grpSpPr>
            <a:xfrm rot="8100000">
              <a:off x="4144426" y="-97812"/>
              <a:ext cx="855123" cy="686159"/>
              <a:chOff x="3524250" y="2062163"/>
              <a:chExt cx="795400" cy="638237"/>
            </a:xfrm>
          </p:grpSpPr>
          <p:sp>
            <p:nvSpPr>
              <p:cNvPr id="1229" name="Google Shape;1229;p45"/>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0" name="Google Shape;1230;p45"/>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1" name="Google Shape;1231;p45"/>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32" name="Google Shape;1232;p45"/>
            <p:cNvGrpSpPr/>
            <p:nvPr/>
          </p:nvGrpSpPr>
          <p:grpSpPr>
            <a:xfrm rot="10800000">
              <a:off x="7224117" y="3966101"/>
              <a:ext cx="1017112" cy="1274803"/>
              <a:chOff x="3406775" y="1971675"/>
              <a:chExt cx="946151" cy="1185863"/>
            </a:xfrm>
          </p:grpSpPr>
          <p:sp>
            <p:nvSpPr>
              <p:cNvPr id="1233" name="Google Shape;1233;p4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4" name="Google Shape;1234;p4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5" name="Google Shape;1235;p4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36" name="Google Shape;1236;p45"/>
            <p:cNvGrpSpPr/>
            <p:nvPr/>
          </p:nvGrpSpPr>
          <p:grpSpPr>
            <a:xfrm rot="-5400000">
              <a:off x="8370067" y="283701"/>
              <a:ext cx="1017112" cy="1274803"/>
              <a:chOff x="3406775" y="1971675"/>
              <a:chExt cx="946151" cy="1185863"/>
            </a:xfrm>
          </p:grpSpPr>
          <p:sp>
            <p:nvSpPr>
              <p:cNvPr id="1237" name="Google Shape;1237;p4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8" name="Google Shape;1238;p4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9" name="Google Shape;1239;p4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40" name="Google Shape;1240;p45"/>
            <p:cNvGrpSpPr/>
            <p:nvPr/>
          </p:nvGrpSpPr>
          <p:grpSpPr>
            <a:xfrm rot="10800000">
              <a:off x="-732416" y="91035"/>
              <a:ext cx="1901100" cy="1614404"/>
              <a:chOff x="2649767" y="-54524"/>
              <a:chExt cx="1768465" cy="1501771"/>
            </a:xfrm>
          </p:grpSpPr>
          <p:sp>
            <p:nvSpPr>
              <p:cNvPr id="1241" name="Google Shape;1241;p45"/>
              <p:cNvSpPr/>
              <p:nvPr/>
            </p:nvSpPr>
            <p:spPr>
              <a:xfrm>
                <a:off x="2708493" y="-54524"/>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2" name="Google Shape;1242;p45"/>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3" name="Google Shape;1243;p45"/>
              <p:cNvSpPr/>
              <p:nvPr/>
            </p:nvSpPr>
            <p:spPr>
              <a:xfrm>
                <a:off x="2649767" y="1356763"/>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44" name="Google Shape;1244;p45"/>
            <p:cNvGrpSpPr/>
            <p:nvPr/>
          </p:nvGrpSpPr>
          <p:grpSpPr>
            <a:xfrm rot="5400000">
              <a:off x="-505212" y="2414709"/>
              <a:ext cx="1017112" cy="1274803"/>
              <a:chOff x="3406775" y="1971675"/>
              <a:chExt cx="946151" cy="1185863"/>
            </a:xfrm>
          </p:grpSpPr>
          <p:sp>
            <p:nvSpPr>
              <p:cNvPr id="1245" name="Google Shape;1245;p4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6" name="Google Shape;1246;p4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7" name="Google Shape;1247;p4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48" name="Shape 1248"/>
        <p:cNvGrpSpPr/>
        <p:nvPr/>
      </p:nvGrpSpPr>
      <p:grpSpPr>
        <a:xfrm>
          <a:off x="0" y="0"/>
          <a:ext cx="0" cy="0"/>
          <a:chOff x="0" y="0"/>
          <a:chExt cx="0" cy="0"/>
        </a:xfrm>
      </p:grpSpPr>
      <p:pic>
        <p:nvPicPr>
          <p:cNvPr id="1249" name="Google Shape;1249;p123"/>
          <p:cNvPicPr preferRelativeResize="0"/>
          <p:nvPr/>
        </p:nvPicPr>
        <p:blipFill rotWithShape="1">
          <a:blip r:embed="rId2">
            <a:alphaModFix/>
          </a:blip>
          <a:srcRect b="8572" l="1018" r="918" t="8671"/>
          <a:stretch/>
        </p:blipFill>
        <p:spPr>
          <a:xfrm>
            <a:off x="0" y="0"/>
            <a:ext cx="9135475" cy="5138025"/>
          </a:xfrm>
          <a:prstGeom prst="rect">
            <a:avLst/>
          </a:prstGeom>
          <a:noFill/>
          <a:ln>
            <a:noFill/>
          </a:ln>
        </p:spPr>
      </p:pic>
      <p:sp>
        <p:nvSpPr>
          <p:cNvPr id="1250" name="Google Shape;1250;p123"/>
          <p:cNvSpPr txBox="1"/>
          <p:nvPr>
            <p:ph type="ctrTitle"/>
          </p:nvPr>
        </p:nvSpPr>
        <p:spPr>
          <a:xfrm>
            <a:off x="720000" y="1599625"/>
            <a:ext cx="7704000" cy="1416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51" name="Google Shape;1251;p123"/>
          <p:cNvSpPr txBox="1"/>
          <p:nvPr>
            <p:ph idx="1" type="subTitle"/>
          </p:nvPr>
        </p:nvSpPr>
        <p:spPr>
          <a:xfrm>
            <a:off x="1756050" y="3147588"/>
            <a:ext cx="5631900" cy="478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252" name="Google Shape;1252;p123"/>
          <p:cNvGrpSpPr/>
          <p:nvPr/>
        </p:nvGrpSpPr>
        <p:grpSpPr>
          <a:xfrm>
            <a:off x="-356890" y="122952"/>
            <a:ext cx="9857793" cy="4897599"/>
            <a:chOff x="-356890" y="122952"/>
            <a:chExt cx="9857793" cy="4897599"/>
          </a:xfrm>
        </p:grpSpPr>
        <p:grpSp>
          <p:nvGrpSpPr>
            <p:cNvPr id="1253" name="Google Shape;1253;p123"/>
            <p:cNvGrpSpPr/>
            <p:nvPr/>
          </p:nvGrpSpPr>
          <p:grpSpPr>
            <a:xfrm>
              <a:off x="7347106" y="4564656"/>
              <a:ext cx="2153797" cy="455895"/>
              <a:chOff x="4630756" y="1700569"/>
              <a:chExt cx="2153797" cy="455895"/>
            </a:xfrm>
          </p:grpSpPr>
          <p:sp>
            <p:nvSpPr>
              <p:cNvPr id="1254" name="Google Shape;1254;p123"/>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5" name="Google Shape;1255;p123"/>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6" name="Google Shape;1256;p123"/>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57" name="Google Shape;1257;p123"/>
            <p:cNvGrpSpPr/>
            <p:nvPr/>
          </p:nvGrpSpPr>
          <p:grpSpPr>
            <a:xfrm>
              <a:off x="-356890" y="122952"/>
              <a:ext cx="2153797" cy="455801"/>
              <a:chOff x="4886735" y="1558927"/>
              <a:chExt cx="2153797" cy="455801"/>
            </a:xfrm>
          </p:grpSpPr>
          <p:sp>
            <p:nvSpPr>
              <p:cNvPr id="1258" name="Google Shape;1258;p123"/>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9" name="Google Shape;1259;p123"/>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0" name="Google Shape;1260;p123"/>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61" name="Shape 1261"/>
        <p:cNvGrpSpPr/>
        <p:nvPr/>
      </p:nvGrpSpPr>
      <p:grpSpPr>
        <a:xfrm>
          <a:off x="0" y="0"/>
          <a:ext cx="0" cy="0"/>
          <a:chOff x="0" y="0"/>
          <a:chExt cx="0" cy="0"/>
        </a:xfrm>
      </p:grpSpPr>
      <p:pic>
        <p:nvPicPr>
          <p:cNvPr id="1262" name="Google Shape;1262;p124"/>
          <p:cNvPicPr preferRelativeResize="0"/>
          <p:nvPr/>
        </p:nvPicPr>
        <p:blipFill rotWithShape="1">
          <a:blip r:embed="rId2">
            <a:alphaModFix/>
          </a:blip>
          <a:srcRect b="8581" l="922" r="922" t="8581"/>
          <a:stretch/>
        </p:blipFill>
        <p:spPr>
          <a:xfrm flipH="1">
            <a:off x="0" y="0"/>
            <a:ext cx="9144000" cy="5143500"/>
          </a:xfrm>
          <a:prstGeom prst="rect">
            <a:avLst/>
          </a:prstGeom>
          <a:noFill/>
          <a:ln>
            <a:noFill/>
          </a:ln>
        </p:spPr>
      </p:pic>
      <p:sp>
        <p:nvSpPr>
          <p:cNvPr id="1263" name="Google Shape;1263;p124"/>
          <p:cNvSpPr txBox="1"/>
          <p:nvPr>
            <p:ph type="title"/>
          </p:nvPr>
        </p:nvSpPr>
        <p:spPr>
          <a:xfrm>
            <a:off x="720000" y="482196"/>
            <a:ext cx="7704000" cy="572700"/>
          </a:xfrm>
          <a:prstGeom prst="rect">
            <a:avLst/>
          </a:prstGeom>
          <a:noFill/>
          <a:ln>
            <a:noFill/>
          </a:ln>
          <a:effectLst>
            <a:outerShdw blurRad="85725" rotWithShape="0" algn="bl">
              <a:schemeClr val="lt2"/>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64" name="Google Shape;1264;p124"/>
          <p:cNvSpPr txBox="1"/>
          <p:nvPr>
            <p:ph idx="1" type="body"/>
          </p:nvPr>
        </p:nvSpPr>
        <p:spPr>
          <a:xfrm>
            <a:off x="720000" y="1152475"/>
            <a:ext cx="7704000" cy="11391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5" name="Shape 1265"/>
        <p:cNvGrpSpPr/>
        <p:nvPr/>
      </p:nvGrpSpPr>
      <p:grpSpPr>
        <a:xfrm>
          <a:off x="0" y="0"/>
          <a:ext cx="0" cy="0"/>
          <a:chOff x="0" y="0"/>
          <a:chExt cx="0" cy="0"/>
        </a:xfrm>
      </p:grpSpPr>
      <p:pic>
        <p:nvPicPr>
          <p:cNvPr id="1266" name="Google Shape;1266;p125"/>
          <p:cNvPicPr preferRelativeResize="0"/>
          <p:nvPr/>
        </p:nvPicPr>
        <p:blipFill rotWithShape="1">
          <a:blip r:embed="rId2">
            <a:alphaModFix/>
          </a:blip>
          <a:srcRect b="8581" l="1019" r="910" t="8581"/>
          <a:stretch/>
        </p:blipFill>
        <p:spPr>
          <a:xfrm flipH="1" rot="10800000">
            <a:off x="0" y="-1"/>
            <a:ext cx="9135475" cy="5143500"/>
          </a:xfrm>
          <a:prstGeom prst="rect">
            <a:avLst/>
          </a:prstGeom>
          <a:noFill/>
          <a:ln>
            <a:noFill/>
          </a:ln>
        </p:spPr>
      </p:pic>
      <p:sp>
        <p:nvSpPr>
          <p:cNvPr id="1267" name="Google Shape;1267;p125"/>
          <p:cNvSpPr txBox="1"/>
          <p:nvPr>
            <p:ph type="title"/>
          </p:nvPr>
        </p:nvSpPr>
        <p:spPr>
          <a:xfrm>
            <a:off x="720000" y="539496"/>
            <a:ext cx="7704000" cy="5760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68" name="Google Shape;1268;p125"/>
          <p:cNvSpPr txBox="1"/>
          <p:nvPr>
            <p:ph idx="1" type="subTitle"/>
          </p:nvPr>
        </p:nvSpPr>
        <p:spPr>
          <a:xfrm>
            <a:off x="1290775" y="2786624"/>
            <a:ext cx="2907600" cy="39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9pPr>
          </a:lstStyle>
          <a:p/>
        </p:txBody>
      </p:sp>
      <p:sp>
        <p:nvSpPr>
          <p:cNvPr id="1269" name="Google Shape;1269;p125"/>
          <p:cNvSpPr txBox="1"/>
          <p:nvPr>
            <p:ph idx="2" type="subTitle"/>
          </p:nvPr>
        </p:nvSpPr>
        <p:spPr>
          <a:xfrm>
            <a:off x="4945650" y="2786624"/>
            <a:ext cx="2907600" cy="39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2"/>
              </a:buClr>
              <a:buSzPts val="2400"/>
              <a:buFont typeface="Roboto Condensed"/>
              <a:buNone/>
              <a:defRPr b="1" sz="2400">
                <a:solidFill>
                  <a:schemeClr val="dk2"/>
                </a:solidFill>
                <a:latin typeface="Roboto Condensed"/>
                <a:ea typeface="Roboto Condensed"/>
                <a:cs typeface="Roboto Condensed"/>
                <a:sym typeface="Roboto Condensed"/>
              </a:defRPr>
            </a:lvl9pPr>
          </a:lstStyle>
          <a:p/>
        </p:txBody>
      </p:sp>
      <p:sp>
        <p:nvSpPr>
          <p:cNvPr id="1270" name="Google Shape;1270;p125"/>
          <p:cNvSpPr txBox="1"/>
          <p:nvPr>
            <p:ph idx="3" type="subTitle"/>
          </p:nvPr>
        </p:nvSpPr>
        <p:spPr>
          <a:xfrm>
            <a:off x="1290775" y="3196625"/>
            <a:ext cx="2907600" cy="915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71" name="Google Shape;1271;p125"/>
          <p:cNvSpPr txBox="1"/>
          <p:nvPr>
            <p:ph idx="4" type="subTitle"/>
          </p:nvPr>
        </p:nvSpPr>
        <p:spPr>
          <a:xfrm>
            <a:off x="4945650" y="3196625"/>
            <a:ext cx="2907600" cy="915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72" name="Google Shape;1272;p125"/>
          <p:cNvGrpSpPr/>
          <p:nvPr/>
        </p:nvGrpSpPr>
        <p:grpSpPr>
          <a:xfrm>
            <a:off x="-1181091" y="76209"/>
            <a:ext cx="11513475" cy="5558296"/>
            <a:chOff x="-1181091" y="76209"/>
            <a:chExt cx="11513475" cy="5558296"/>
          </a:xfrm>
        </p:grpSpPr>
        <p:grpSp>
          <p:nvGrpSpPr>
            <p:cNvPr id="1273" name="Google Shape;1273;p125"/>
            <p:cNvGrpSpPr/>
            <p:nvPr/>
          </p:nvGrpSpPr>
          <p:grpSpPr>
            <a:xfrm rot="7199964">
              <a:off x="8193427" y="951495"/>
              <a:ext cx="1901134" cy="1646859"/>
              <a:chOff x="2649767" y="0"/>
              <a:chExt cx="1768465" cy="1531934"/>
            </a:xfrm>
          </p:grpSpPr>
          <p:sp>
            <p:nvSpPr>
              <p:cNvPr id="1274" name="Google Shape;1274;p125"/>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5" name="Google Shape;1275;p125"/>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6" name="Google Shape;1276;p125"/>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77" name="Google Shape;1277;p125"/>
            <p:cNvGrpSpPr/>
            <p:nvPr/>
          </p:nvGrpSpPr>
          <p:grpSpPr>
            <a:xfrm rot="10800000">
              <a:off x="-1181091" y="76209"/>
              <a:ext cx="1901100" cy="1614404"/>
              <a:chOff x="2649767" y="-40721"/>
              <a:chExt cx="1768465" cy="1501771"/>
            </a:xfrm>
          </p:grpSpPr>
          <p:sp>
            <p:nvSpPr>
              <p:cNvPr id="1278" name="Google Shape;1278;p125"/>
              <p:cNvSpPr/>
              <p:nvPr/>
            </p:nvSpPr>
            <p:spPr>
              <a:xfrm>
                <a:off x="2708493" y="-40721"/>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9" name="Google Shape;1279;p125"/>
              <p:cNvSpPr/>
              <p:nvPr/>
            </p:nvSpPr>
            <p:spPr>
              <a:xfrm>
                <a:off x="2649767" y="1370566"/>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80" name="Google Shape;1280;p125"/>
            <p:cNvGrpSpPr/>
            <p:nvPr/>
          </p:nvGrpSpPr>
          <p:grpSpPr>
            <a:xfrm rot="-2700000">
              <a:off x="4048954" y="4186674"/>
              <a:ext cx="1017193" cy="1274904"/>
              <a:chOff x="3434300" y="1944150"/>
              <a:chExt cx="946151" cy="1185863"/>
            </a:xfrm>
          </p:grpSpPr>
          <p:sp>
            <p:nvSpPr>
              <p:cNvPr id="1281" name="Google Shape;1281;p125"/>
              <p:cNvSpPr/>
              <p:nvPr/>
            </p:nvSpPr>
            <p:spPr>
              <a:xfrm>
                <a:off x="3462875" y="1974313"/>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2" name="Google Shape;1282;p125"/>
              <p:cNvSpPr/>
              <p:nvPr/>
            </p:nvSpPr>
            <p:spPr>
              <a:xfrm>
                <a:off x="4315363" y="3064925"/>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3" name="Google Shape;1283;p125"/>
              <p:cNvSpPr/>
              <p:nvPr/>
            </p:nvSpPr>
            <p:spPr>
              <a:xfrm>
                <a:off x="3434300" y="194415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84" name="Google Shape;1284;p125"/>
            <p:cNvGrpSpPr/>
            <p:nvPr/>
          </p:nvGrpSpPr>
          <p:grpSpPr>
            <a:xfrm rot="10800000">
              <a:off x="-297108" y="3328701"/>
              <a:ext cx="1017112" cy="1274803"/>
              <a:chOff x="3406775" y="1971675"/>
              <a:chExt cx="946151" cy="1185863"/>
            </a:xfrm>
          </p:grpSpPr>
          <p:sp>
            <p:nvSpPr>
              <p:cNvPr id="1285" name="Google Shape;1285;p12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6" name="Google Shape;1286;p12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7" name="Google Shape;1287;p12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88" name="Google Shape;1288;p125"/>
            <p:cNvGrpSpPr/>
            <p:nvPr/>
          </p:nvGrpSpPr>
          <p:grpSpPr>
            <a:xfrm rot="8100000">
              <a:off x="8819344" y="4568047"/>
              <a:ext cx="649282" cy="179386"/>
              <a:chOff x="3525838" y="4135438"/>
              <a:chExt cx="649288" cy="179388"/>
            </a:xfrm>
          </p:grpSpPr>
          <p:sp>
            <p:nvSpPr>
              <p:cNvPr id="1289" name="Google Shape;1289;p125"/>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90" name="Google Shape;1290;p125"/>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91" name="Google Shape;1291;p125"/>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2" name="Shape 1292"/>
        <p:cNvGrpSpPr/>
        <p:nvPr/>
      </p:nvGrpSpPr>
      <p:grpSpPr>
        <a:xfrm>
          <a:off x="0" y="0"/>
          <a:ext cx="0" cy="0"/>
          <a:chOff x="0" y="0"/>
          <a:chExt cx="0" cy="0"/>
        </a:xfrm>
      </p:grpSpPr>
      <p:pic>
        <p:nvPicPr>
          <p:cNvPr id="1293" name="Google Shape;1293;p126"/>
          <p:cNvPicPr preferRelativeResize="0"/>
          <p:nvPr/>
        </p:nvPicPr>
        <p:blipFill rotWithShape="1">
          <a:blip r:embed="rId2">
            <a:alphaModFix/>
          </a:blip>
          <a:srcRect b="8579" l="1018" r="918" t="8761"/>
          <a:stretch/>
        </p:blipFill>
        <p:spPr>
          <a:xfrm rot="10800000">
            <a:off x="0" y="-2"/>
            <a:ext cx="9135475" cy="5132527"/>
          </a:xfrm>
          <a:prstGeom prst="rect">
            <a:avLst/>
          </a:prstGeom>
          <a:noFill/>
          <a:ln>
            <a:noFill/>
          </a:ln>
        </p:spPr>
      </p:pic>
      <p:sp>
        <p:nvSpPr>
          <p:cNvPr id="1294" name="Google Shape;1294;p126"/>
          <p:cNvSpPr txBox="1"/>
          <p:nvPr>
            <p:ph type="title"/>
          </p:nvPr>
        </p:nvSpPr>
        <p:spPr>
          <a:xfrm>
            <a:off x="720000" y="482825"/>
            <a:ext cx="7704000" cy="519900"/>
          </a:xfrm>
          <a:prstGeom prst="rect">
            <a:avLst/>
          </a:prstGeom>
          <a:noFill/>
          <a:ln>
            <a:noFill/>
          </a:ln>
          <a:effectLst>
            <a:outerShdw blurRad="85725" rotWithShape="0" algn="bl">
              <a:schemeClr val="lt2"/>
            </a:outerShdw>
          </a:effectLst>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295" name="Google Shape;1295;p126"/>
          <p:cNvGrpSpPr/>
          <p:nvPr/>
        </p:nvGrpSpPr>
        <p:grpSpPr>
          <a:xfrm>
            <a:off x="-1021342" y="-292979"/>
            <a:ext cx="10960420" cy="5590540"/>
            <a:chOff x="-1021342" y="-292979"/>
            <a:chExt cx="10960420" cy="5590540"/>
          </a:xfrm>
        </p:grpSpPr>
        <p:grpSp>
          <p:nvGrpSpPr>
            <p:cNvPr id="1296" name="Google Shape;1296;p126"/>
            <p:cNvGrpSpPr/>
            <p:nvPr/>
          </p:nvGrpSpPr>
          <p:grpSpPr>
            <a:xfrm rot="5400000">
              <a:off x="7512763" y="-227262"/>
              <a:ext cx="1517651" cy="1997050"/>
              <a:chOff x="987425" y="941388"/>
              <a:chExt cx="1517651" cy="1997050"/>
            </a:xfrm>
          </p:grpSpPr>
          <p:sp>
            <p:nvSpPr>
              <p:cNvPr id="1297" name="Google Shape;1297;p126"/>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98" name="Google Shape;1298;p126"/>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99" name="Google Shape;1299;p126"/>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00" name="Google Shape;1300;p126"/>
            <p:cNvGrpSpPr/>
            <p:nvPr/>
          </p:nvGrpSpPr>
          <p:grpSpPr>
            <a:xfrm rot="-2700000">
              <a:off x="839314" y="-89694"/>
              <a:ext cx="649282" cy="179386"/>
              <a:chOff x="3525838" y="4135438"/>
              <a:chExt cx="649288" cy="179388"/>
            </a:xfrm>
          </p:grpSpPr>
          <p:sp>
            <p:nvSpPr>
              <p:cNvPr id="1301" name="Google Shape;1301;p126"/>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02" name="Google Shape;1302;p126"/>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03" name="Google Shape;1303;p126"/>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04" name="Google Shape;1304;p126"/>
            <p:cNvGrpSpPr/>
            <p:nvPr/>
          </p:nvGrpSpPr>
          <p:grpSpPr>
            <a:xfrm rot="-2700000">
              <a:off x="-1175573" y="4146959"/>
              <a:ext cx="2153776" cy="455891"/>
              <a:chOff x="4630756" y="1700569"/>
              <a:chExt cx="2153797" cy="455895"/>
            </a:xfrm>
          </p:grpSpPr>
          <p:sp>
            <p:nvSpPr>
              <p:cNvPr id="1305" name="Google Shape;1305;p126"/>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06" name="Google Shape;1306;p126"/>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07" name="Google Shape;1307;p126"/>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08" name="Google Shape;1308;p126"/>
            <p:cNvGrpSpPr/>
            <p:nvPr/>
          </p:nvGrpSpPr>
          <p:grpSpPr>
            <a:xfrm rot="2700000">
              <a:off x="8239931" y="4695784"/>
              <a:ext cx="649282" cy="179386"/>
              <a:chOff x="3525838" y="4135438"/>
              <a:chExt cx="649288" cy="179388"/>
            </a:xfrm>
          </p:grpSpPr>
          <p:sp>
            <p:nvSpPr>
              <p:cNvPr id="1309" name="Google Shape;1309;p126"/>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0" name="Google Shape;1310;p126"/>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1" name="Google Shape;1311;p126"/>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12" name="Google Shape;1312;p126"/>
            <p:cNvGrpSpPr/>
            <p:nvPr/>
          </p:nvGrpSpPr>
          <p:grpSpPr>
            <a:xfrm>
              <a:off x="7785281" y="4405131"/>
              <a:ext cx="2153797" cy="455895"/>
              <a:chOff x="4630756" y="1700569"/>
              <a:chExt cx="2153797" cy="455895"/>
            </a:xfrm>
          </p:grpSpPr>
          <p:sp>
            <p:nvSpPr>
              <p:cNvPr id="1313" name="Google Shape;1313;p126"/>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4" name="Google Shape;1314;p126"/>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5" name="Google Shape;1315;p126"/>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16" name="Google Shape;1316;p126"/>
            <p:cNvGrpSpPr/>
            <p:nvPr/>
          </p:nvGrpSpPr>
          <p:grpSpPr>
            <a:xfrm>
              <a:off x="-125553" y="3803639"/>
              <a:ext cx="1017112" cy="1274803"/>
              <a:chOff x="3289989" y="1971675"/>
              <a:chExt cx="946151" cy="1185863"/>
            </a:xfrm>
          </p:grpSpPr>
          <p:sp>
            <p:nvSpPr>
              <p:cNvPr id="1317" name="Google Shape;1317;p126"/>
              <p:cNvSpPr/>
              <p:nvPr/>
            </p:nvSpPr>
            <p:spPr>
              <a:xfrm>
                <a:off x="3318564"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8" name="Google Shape;1318;p126"/>
              <p:cNvSpPr/>
              <p:nvPr/>
            </p:nvSpPr>
            <p:spPr>
              <a:xfrm>
                <a:off x="4171052"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9" name="Google Shape;1319;p126"/>
              <p:cNvSpPr/>
              <p:nvPr/>
            </p:nvSpPr>
            <p:spPr>
              <a:xfrm>
                <a:off x="3289989"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20" name="Shape 1320"/>
        <p:cNvGrpSpPr/>
        <p:nvPr/>
      </p:nvGrpSpPr>
      <p:grpSpPr>
        <a:xfrm>
          <a:off x="0" y="0"/>
          <a:ext cx="0" cy="0"/>
          <a:chOff x="0" y="0"/>
          <a:chExt cx="0" cy="0"/>
        </a:xfrm>
      </p:grpSpPr>
      <p:pic>
        <p:nvPicPr>
          <p:cNvPr id="1321" name="Google Shape;1321;p127"/>
          <p:cNvPicPr preferRelativeResize="0"/>
          <p:nvPr/>
        </p:nvPicPr>
        <p:blipFill rotWithShape="1">
          <a:blip r:embed="rId2">
            <a:alphaModFix/>
          </a:blip>
          <a:srcRect b="9802" l="903" r="922" t="7355"/>
          <a:stretch/>
        </p:blipFill>
        <p:spPr>
          <a:xfrm rot="10800000">
            <a:off x="0" y="0"/>
            <a:ext cx="9146425" cy="5143500"/>
          </a:xfrm>
          <a:prstGeom prst="rect">
            <a:avLst/>
          </a:prstGeom>
          <a:noFill/>
          <a:ln>
            <a:noFill/>
          </a:ln>
        </p:spPr>
      </p:pic>
      <p:sp>
        <p:nvSpPr>
          <p:cNvPr id="1322" name="Google Shape;1322;p127"/>
          <p:cNvSpPr txBox="1"/>
          <p:nvPr>
            <p:ph type="title"/>
          </p:nvPr>
        </p:nvSpPr>
        <p:spPr>
          <a:xfrm>
            <a:off x="1388100" y="1298850"/>
            <a:ext cx="6367800" cy="25458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SzPts val="4800"/>
              <a:buNone/>
              <a:defRPr sz="85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1323" name="Google Shape;1323;p127"/>
          <p:cNvGrpSpPr/>
          <p:nvPr/>
        </p:nvGrpSpPr>
        <p:grpSpPr>
          <a:xfrm>
            <a:off x="4" y="13"/>
            <a:ext cx="9534874" cy="5037055"/>
            <a:chOff x="4" y="13"/>
            <a:chExt cx="9534874" cy="5037055"/>
          </a:xfrm>
        </p:grpSpPr>
        <p:grpSp>
          <p:nvGrpSpPr>
            <p:cNvPr id="1324" name="Google Shape;1324;p127"/>
            <p:cNvGrpSpPr/>
            <p:nvPr/>
          </p:nvGrpSpPr>
          <p:grpSpPr>
            <a:xfrm rot="8100000">
              <a:off x="127034" y="559909"/>
              <a:ext cx="616864" cy="614808"/>
              <a:chOff x="2588041" y="-11077"/>
              <a:chExt cx="511959" cy="510252"/>
            </a:xfrm>
          </p:grpSpPr>
          <p:cxnSp>
            <p:nvCxnSpPr>
              <p:cNvPr id="1325" name="Google Shape;1325;p127"/>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326" name="Google Shape;1326;p127"/>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27" name="Google Shape;1327;p127"/>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28" name="Google Shape;1328;p127"/>
            <p:cNvGrpSpPr/>
            <p:nvPr/>
          </p:nvGrpSpPr>
          <p:grpSpPr>
            <a:xfrm rot="10800000">
              <a:off x="142584" y="13"/>
              <a:ext cx="1868687" cy="1646829"/>
              <a:chOff x="2757488" y="0"/>
              <a:chExt cx="1738314" cy="1531934"/>
            </a:xfrm>
          </p:grpSpPr>
          <p:sp>
            <p:nvSpPr>
              <p:cNvPr id="1329" name="Google Shape;1329;p12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0" name="Google Shape;1330;p12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1" name="Google Shape;1331;p12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32" name="Google Shape;1332;p127"/>
            <p:cNvGrpSpPr/>
            <p:nvPr/>
          </p:nvGrpSpPr>
          <p:grpSpPr>
            <a:xfrm rot="2700000">
              <a:off x="7737031" y="4654397"/>
              <a:ext cx="649282" cy="179386"/>
              <a:chOff x="3525838" y="4135438"/>
              <a:chExt cx="649288" cy="179388"/>
            </a:xfrm>
          </p:grpSpPr>
          <p:sp>
            <p:nvSpPr>
              <p:cNvPr id="1333" name="Google Shape;1333;p127"/>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4" name="Google Shape;1334;p127"/>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5" name="Google Shape;1335;p127"/>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36" name="Google Shape;1336;p127"/>
            <p:cNvGrpSpPr/>
            <p:nvPr/>
          </p:nvGrpSpPr>
          <p:grpSpPr>
            <a:xfrm>
              <a:off x="7381081" y="4451106"/>
              <a:ext cx="2153797" cy="455895"/>
              <a:chOff x="4630756" y="1700569"/>
              <a:chExt cx="2153797" cy="455895"/>
            </a:xfrm>
          </p:grpSpPr>
          <p:sp>
            <p:nvSpPr>
              <p:cNvPr id="1337" name="Google Shape;1337;p12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8" name="Google Shape;1338;p12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9" name="Google Shape;1339;p12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0" name="Shape 1340"/>
        <p:cNvGrpSpPr/>
        <p:nvPr/>
      </p:nvGrpSpPr>
      <p:grpSpPr>
        <a:xfrm>
          <a:off x="0" y="0"/>
          <a:ext cx="0" cy="0"/>
          <a:chOff x="0" y="0"/>
          <a:chExt cx="0" cy="0"/>
        </a:xfrm>
      </p:grpSpPr>
      <p:sp>
        <p:nvSpPr>
          <p:cNvPr id="1341" name="Google Shape;1341;p128"/>
          <p:cNvSpPr txBox="1"/>
          <p:nvPr>
            <p:ph idx="1" type="body"/>
          </p:nvPr>
        </p:nvSpPr>
        <p:spPr>
          <a:xfrm>
            <a:off x="836550" y="607900"/>
            <a:ext cx="7470900" cy="737700"/>
          </a:xfrm>
          <a:prstGeom prst="rect">
            <a:avLst/>
          </a:prstGeom>
          <a:noFill/>
          <a:ln>
            <a:noFill/>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sz="2500">
                <a:latin typeface="Allerta Stencil"/>
                <a:ea typeface="Allerta Stencil"/>
                <a:cs typeface="Allerta Stencil"/>
                <a:sym typeface="Allerta Stencil"/>
              </a:defRPr>
            </a:lvl1pPr>
          </a:lstStyle>
          <a:p/>
        </p:txBody>
      </p:sp>
      <p:grpSp>
        <p:nvGrpSpPr>
          <p:cNvPr id="1342" name="Google Shape;1342;p128"/>
          <p:cNvGrpSpPr/>
          <p:nvPr/>
        </p:nvGrpSpPr>
        <p:grpSpPr>
          <a:xfrm rot="5400000">
            <a:off x="-271130" y="335732"/>
            <a:ext cx="2153797" cy="455895"/>
            <a:chOff x="4630756" y="1700569"/>
            <a:chExt cx="2153797" cy="455895"/>
          </a:xfrm>
        </p:grpSpPr>
        <p:sp>
          <p:nvSpPr>
            <p:cNvPr id="1343" name="Google Shape;1343;p12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44" name="Google Shape;1344;p12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45" name="Google Shape;1345;p128"/>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46" name="Google Shape;1346;p128"/>
          <p:cNvGrpSpPr/>
          <p:nvPr/>
        </p:nvGrpSpPr>
        <p:grpSpPr>
          <a:xfrm flipH="1" rot="-5400000">
            <a:off x="7261345" y="335732"/>
            <a:ext cx="2153797" cy="455895"/>
            <a:chOff x="4630756" y="1700569"/>
            <a:chExt cx="2153797" cy="455895"/>
          </a:xfrm>
        </p:grpSpPr>
        <p:sp>
          <p:nvSpPr>
            <p:cNvPr id="1347" name="Google Shape;1347;p12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48" name="Google Shape;1348;p12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49" name="Google Shape;1349;p128"/>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50" name="Shape 1350"/>
        <p:cNvGrpSpPr/>
        <p:nvPr/>
      </p:nvGrpSpPr>
      <p:grpSpPr>
        <a:xfrm>
          <a:off x="0" y="0"/>
          <a:ext cx="0" cy="0"/>
          <a:chOff x="0" y="0"/>
          <a:chExt cx="0" cy="0"/>
        </a:xfrm>
      </p:grpSpPr>
      <p:pic>
        <p:nvPicPr>
          <p:cNvPr id="1351" name="Google Shape;1351;p129"/>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352" name="Google Shape;1352;p129"/>
          <p:cNvSpPr txBox="1"/>
          <p:nvPr>
            <p:ph hasCustomPrompt="1" type="title"/>
          </p:nvPr>
        </p:nvSpPr>
        <p:spPr>
          <a:xfrm>
            <a:off x="720000" y="1321650"/>
            <a:ext cx="77040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53" name="Google Shape;1353;p129"/>
          <p:cNvSpPr txBox="1"/>
          <p:nvPr>
            <p:ph idx="1" type="body"/>
          </p:nvPr>
        </p:nvSpPr>
        <p:spPr>
          <a:xfrm>
            <a:off x="2197175" y="3208950"/>
            <a:ext cx="4749600" cy="5367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grpSp>
        <p:nvGrpSpPr>
          <p:cNvPr id="1354" name="Google Shape;1354;p129"/>
          <p:cNvGrpSpPr/>
          <p:nvPr/>
        </p:nvGrpSpPr>
        <p:grpSpPr>
          <a:xfrm rot="-2700000">
            <a:off x="105533" y="4132337"/>
            <a:ext cx="616864" cy="614808"/>
            <a:chOff x="2588041" y="-11077"/>
            <a:chExt cx="511959" cy="510252"/>
          </a:xfrm>
        </p:grpSpPr>
        <p:cxnSp>
          <p:nvCxnSpPr>
            <p:cNvPr id="1355" name="Google Shape;1355;p129"/>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356" name="Google Shape;1356;p129"/>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57" name="Google Shape;1357;p129"/>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58" name="Google Shape;1358;p129"/>
          <p:cNvGrpSpPr/>
          <p:nvPr/>
        </p:nvGrpSpPr>
        <p:grpSpPr>
          <a:xfrm>
            <a:off x="-1019265" y="3660212"/>
            <a:ext cx="1868687" cy="1646829"/>
            <a:chOff x="2757488" y="0"/>
            <a:chExt cx="1738314" cy="1531934"/>
          </a:xfrm>
        </p:grpSpPr>
        <p:sp>
          <p:nvSpPr>
            <p:cNvPr id="1359" name="Google Shape;1359;p12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0" name="Google Shape;1360;p12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1" name="Google Shape;1361;p12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62" name="Google Shape;1362;p129"/>
          <p:cNvGrpSpPr/>
          <p:nvPr/>
        </p:nvGrpSpPr>
        <p:grpSpPr>
          <a:xfrm rot="-8100000">
            <a:off x="169518" y="278609"/>
            <a:ext cx="649282" cy="179386"/>
            <a:chOff x="3525838" y="4135438"/>
            <a:chExt cx="649288" cy="179388"/>
          </a:xfrm>
        </p:grpSpPr>
        <p:sp>
          <p:nvSpPr>
            <p:cNvPr id="1363" name="Google Shape;1363;p129"/>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4" name="Google Shape;1364;p129"/>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5" name="Google Shape;1365;p129"/>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66" name="Google Shape;1366;p129"/>
          <p:cNvGrpSpPr/>
          <p:nvPr/>
        </p:nvGrpSpPr>
        <p:grpSpPr>
          <a:xfrm rot="10800000">
            <a:off x="-880346" y="229341"/>
            <a:ext cx="2153797" cy="455895"/>
            <a:chOff x="4630756" y="1700569"/>
            <a:chExt cx="2153797" cy="455895"/>
          </a:xfrm>
        </p:grpSpPr>
        <p:sp>
          <p:nvSpPr>
            <p:cNvPr id="1367" name="Google Shape;1367;p129"/>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8" name="Google Shape;1368;p129"/>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9" name="Google Shape;1369;p129"/>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70" name="Google Shape;1370;p129"/>
          <p:cNvGrpSpPr/>
          <p:nvPr/>
        </p:nvGrpSpPr>
        <p:grpSpPr>
          <a:xfrm rot="10800000">
            <a:off x="8076600" y="4539538"/>
            <a:ext cx="2153797" cy="455801"/>
            <a:chOff x="4886735" y="1558927"/>
            <a:chExt cx="2153797" cy="455801"/>
          </a:xfrm>
        </p:grpSpPr>
        <p:sp>
          <p:nvSpPr>
            <p:cNvPr id="1371" name="Google Shape;1371;p129"/>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2" name="Google Shape;1372;p129"/>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3" name="Google Shape;1373;p129"/>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74" name="Google Shape;1374;p129"/>
          <p:cNvGrpSpPr/>
          <p:nvPr/>
        </p:nvGrpSpPr>
        <p:grpSpPr>
          <a:xfrm rot="10800000">
            <a:off x="8644952" y="-180100"/>
            <a:ext cx="1017112" cy="1274803"/>
            <a:chOff x="3406775" y="1971675"/>
            <a:chExt cx="946151" cy="1185863"/>
          </a:xfrm>
        </p:grpSpPr>
        <p:sp>
          <p:nvSpPr>
            <p:cNvPr id="1375" name="Google Shape;1375;p12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6" name="Google Shape;1376;p12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7" name="Google Shape;1377;p12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78" name="Google Shape;1378;p129"/>
          <p:cNvGrpSpPr/>
          <p:nvPr/>
        </p:nvGrpSpPr>
        <p:grpSpPr>
          <a:xfrm rot="10800000">
            <a:off x="8063598" y="75336"/>
            <a:ext cx="855055" cy="686105"/>
            <a:chOff x="3524250" y="1991279"/>
            <a:chExt cx="795400" cy="638237"/>
          </a:xfrm>
        </p:grpSpPr>
        <p:sp>
          <p:nvSpPr>
            <p:cNvPr id="1379" name="Google Shape;1379;p129"/>
            <p:cNvSpPr/>
            <p:nvPr/>
          </p:nvSpPr>
          <p:spPr>
            <a:xfrm>
              <a:off x="3554413" y="2019854"/>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0" name="Google Shape;1380;p129"/>
            <p:cNvSpPr/>
            <p:nvPr/>
          </p:nvSpPr>
          <p:spPr>
            <a:xfrm>
              <a:off x="4260850" y="2570716"/>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1" name="Google Shape;1381;p129"/>
            <p:cNvSpPr/>
            <p:nvPr/>
          </p:nvSpPr>
          <p:spPr>
            <a:xfrm>
              <a:off x="3524250" y="1991279"/>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382" name="Google Shape;1382;p129"/>
          <p:cNvGrpSpPr/>
          <p:nvPr/>
        </p:nvGrpSpPr>
        <p:grpSpPr>
          <a:xfrm rot="-900094">
            <a:off x="8115699" y="4731415"/>
            <a:ext cx="616893" cy="614837"/>
            <a:chOff x="2588041" y="-11077"/>
            <a:chExt cx="511959" cy="510252"/>
          </a:xfrm>
        </p:grpSpPr>
        <p:cxnSp>
          <p:nvCxnSpPr>
            <p:cNvPr id="1383" name="Google Shape;1383;p129"/>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384" name="Google Shape;1384;p129"/>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5" name="Google Shape;1385;p129"/>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1386" name="Shape 1386"/>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387" name="Shape 1387"/>
        <p:cNvGrpSpPr/>
        <p:nvPr/>
      </p:nvGrpSpPr>
      <p:grpSpPr>
        <a:xfrm>
          <a:off x="0" y="0"/>
          <a:ext cx="0" cy="0"/>
          <a:chOff x="0" y="0"/>
          <a:chExt cx="0" cy="0"/>
        </a:xfrm>
      </p:grpSpPr>
      <p:pic>
        <p:nvPicPr>
          <p:cNvPr id="1388" name="Google Shape;1388;p131"/>
          <p:cNvPicPr preferRelativeResize="0"/>
          <p:nvPr/>
        </p:nvPicPr>
        <p:blipFill rotWithShape="1">
          <a:blip r:embed="rId2">
            <a:alphaModFix/>
          </a:blip>
          <a:srcRect b="8581" l="901" r="1154" t="8581"/>
          <a:stretch/>
        </p:blipFill>
        <p:spPr>
          <a:xfrm>
            <a:off x="21925" y="-1"/>
            <a:ext cx="9124500" cy="5143500"/>
          </a:xfrm>
          <a:prstGeom prst="rect">
            <a:avLst/>
          </a:prstGeom>
          <a:noFill/>
          <a:ln>
            <a:noFill/>
          </a:ln>
        </p:spPr>
      </p:pic>
      <p:sp>
        <p:nvSpPr>
          <p:cNvPr id="1389" name="Google Shape;1389;p131"/>
          <p:cNvSpPr txBox="1"/>
          <p:nvPr>
            <p:ph type="title"/>
          </p:nvPr>
        </p:nvSpPr>
        <p:spPr>
          <a:xfrm>
            <a:off x="4370100" y="6892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90" name="Google Shape;1390;p131"/>
          <p:cNvSpPr txBox="1"/>
          <p:nvPr>
            <p:ph idx="1" type="subTitle"/>
          </p:nvPr>
        </p:nvSpPr>
        <p:spPr>
          <a:xfrm>
            <a:off x="5215500" y="904046"/>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1" name="Google Shape;1391;p131"/>
          <p:cNvSpPr txBox="1"/>
          <p:nvPr>
            <p:ph idx="2" type="title"/>
          </p:nvPr>
        </p:nvSpPr>
        <p:spPr>
          <a:xfrm>
            <a:off x="4370100" y="17560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92" name="Google Shape;1392;p131"/>
          <p:cNvSpPr txBox="1"/>
          <p:nvPr>
            <p:ph idx="3" type="subTitle"/>
          </p:nvPr>
        </p:nvSpPr>
        <p:spPr>
          <a:xfrm>
            <a:off x="5215500" y="1951693"/>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3" name="Google Shape;1393;p131"/>
          <p:cNvSpPr txBox="1"/>
          <p:nvPr>
            <p:ph idx="4" type="title"/>
          </p:nvPr>
        </p:nvSpPr>
        <p:spPr>
          <a:xfrm>
            <a:off x="4370100" y="28228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94" name="Google Shape;1394;p131"/>
          <p:cNvSpPr txBox="1"/>
          <p:nvPr>
            <p:ph idx="5" type="subTitle"/>
          </p:nvPr>
        </p:nvSpPr>
        <p:spPr>
          <a:xfrm>
            <a:off x="5215500" y="3042857"/>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5" name="Google Shape;1395;p131"/>
          <p:cNvSpPr txBox="1"/>
          <p:nvPr>
            <p:ph idx="6" type="title"/>
          </p:nvPr>
        </p:nvSpPr>
        <p:spPr>
          <a:xfrm>
            <a:off x="4370100" y="3889657"/>
            <a:ext cx="708600" cy="564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96" name="Google Shape;1396;p131"/>
          <p:cNvSpPr txBox="1"/>
          <p:nvPr>
            <p:ph idx="7" type="subTitle"/>
          </p:nvPr>
        </p:nvSpPr>
        <p:spPr>
          <a:xfrm>
            <a:off x="5215500" y="4104383"/>
            <a:ext cx="32085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7" name="Google Shape;1397;p131"/>
          <p:cNvSpPr txBox="1"/>
          <p:nvPr>
            <p:ph idx="8" type="title"/>
          </p:nvPr>
        </p:nvSpPr>
        <p:spPr>
          <a:xfrm>
            <a:off x="1126100" y="1929450"/>
            <a:ext cx="2683800" cy="12846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98" name="Google Shape;1398;p131"/>
          <p:cNvSpPr txBox="1"/>
          <p:nvPr>
            <p:ph idx="9" type="subTitle"/>
          </p:nvPr>
        </p:nvSpPr>
        <p:spPr>
          <a:xfrm>
            <a:off x="5215500" y="562652"/>
            <a:ext cx="3208500" cy="33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sp>
        <p:nvSpPr>
          <p:cNvPr id="1399" name="Google Shape;1399;p131"/>
          <p:cNvSpPr txBox="1"/>
          <p:nvPr>
            <p:ph idx="13" type="subTitle"/>
          </p:nvPr>
        </p:nvSpPr>
        <p:spPr>
          <a:xfrm>
            <a:off x="5215500" y="1610424"/>
            <a:ext cx="3208500" cy="333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sp>
        <p:nvSpPr>
          <p:cNvPr id="1400" name="Google Shape;1400;p131"/>
          <p:cNvSpPr txBox="1"/>
          <p:nvPr>
            <p:ph idx="14" type="subTitle"/>
          </p:nvPr>
        </p:nvSpPr>
        <p:spPr>
          <a:xfrm>
            <a:off x="5215500" y="2701599"/>
            <a:ext cx="3208500" cy="333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sp>
        <p:nvSpPr>
          <p:cNvPr id="1401" name="Google Shape;1401;p131"/>
          <p:cNvSpPr txBox="1"/>
          <p:nvPr>
            <p:ph idx="15" type="subTitle"/>
          </p:nvPr>
        </p:nvSpPr>
        <p:spPr>
          <a:xfrm>
            <a:off x="5215500" y="3763124"/>
            <a:ext cx="3208500" cy="333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Allerta Stencil"/>
              <a:buNone/>
              <a:defRPr sz="2000">
                <a:solidFill>
                  <a:schemeClr val="dk2"/>
                </a:solidFill>
                <a:latin typeface="Allerta Stencil"/>
                <a:ea typeface="Allerta Stencil"/>
                <a:cs typeface="Allerta Stencil"/>
                <a:sym typeface="Allerta Stencil"/>
              </a:defRPr>
            </a:lvl1pPr>
            <a:lvl2pPr lvl="1"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2pPr>
            <a:lvl3pPr lvl="2"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3pPr>
            <a:lvl4pPr lvl="3"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4pPr>
            <a:lvl5pPr lvl="4"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5pPr>
            <a:lvl6pPr lvl="5"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6pPr>
            <a:lvl7pPr lvl="6"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7pPr>
            <a:lvl8pPr lvl="7"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8pPr>
            <a:lvl9pPr lvl="8" algn="l">
              <a:lnSpc>
                <a:spcPct val="100000"/>
              </a:lnSpc>
              <a:spcBef>
                <a:spcPts val="0"/>
              </a:spcBef>
              <a:spcAft>
                <a:spcPts val="0"/>
              </a:spcAft>
              <a:buClr>
                <a:schemeClr val="dk1"/>
              </a:buClr>
              <a:buSzPts val="2400"/>
              <a:buFont typeface="Allerta Stencil"/>
              <a:buNone/>
              <a:defRPr sz="2400">
                <a:solidFill>
                  <a:schemeClr val="dk1"/>
                </a:solidFill>
                <a:latin typeface="Allerta Stencil"/>
                <a:ea typeface="Allerta Stencil"/>
                <a:cs typeface="Allerta Stencil"/>
                <a:sym typeface="Allerta Stencil"/>
              </a:defRPr>
            </a:lvl9pPr>
          </a:lstStyle>
          <a:p/>
        </p:txBody>
      </p:sp>
      <p:grpSp>
        <p:nvGrpSpPr>
          <p:cNvPr id="1402" name="Google Shape;1402;p131"/>
          <p:cNvGrpSpPr/>
          <p:nvPr/>
        </p:nvGrpSpPr>
        <p:grpSpPr>
          <a:xfrm>
            <a:off x="-163407" y="69252"/>
            <a:ext cx="2153797" cy="5004995"/>
            <a:chOff x="-163407" y="69244"/>
            <a:chExt cx="2153797" cy="5004995"/>
          </a:xfrm>
        </p:grpSpPr>
        <p:grpSp>
          <p:nvGrpSpPr>
            <p:cNvPr id="1403" name="Google Shape;1403;p131"/>
            <p:cNvGrpSpPr/>
            <p:nvPr/>
          </p:nvGrpSpPr>
          <p:grpSpPr>
            <a:xfrm flipH="1">
              <a:off x="-163407" y="69244"/>
              <a:ext cx="2153797" cy="455895"/>
              <a:chOff x="4630756" y="1700569"/>
              <a:chExt cx="2153797" cy="455895"/>
            </a:xfrm>
          </p:grpSpPr>
          <p:sp>
            <p:nvSpPr>
              <p:cNvPr id="1404" name="Google Shape;1404;p131"/>
              <p:cNvSpPr/>
              <p:nvPr/>
            </p:nvSpPr>
            <p:spPr>
              <a:xfrm flipH="1" rot="10800000">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5" name="Google Shape;1405;p131"/>
              <p:cNvSpPr/>
              <p:nvPr/>
            </p:nvSpPr>
            <p:spPr>
              <a:xfrm flipH="1" rot="10800000">
                <a:off x="6721253" y="2093164"/>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6" name="Google Shape;1406;p131"/>
              <p:cNvSpPr/>
              <p:nvPr/>
            </p:nvSpPr>
            <p:spPr>
              <a:xfrm flipH="1" rot="10800000">
                <a:off x="4630756" y="1700569"/>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07" name="Google Shape;1407;p131"/>
            <p:cNvGrpSpPr/>
            <p:nvPr/>
          </p:nvGrpSpPr>
          <p:grpSpPr>
            <a:xfrm flipH="1">
              <a:off x="-163407" y="4618344"/>
              <a:ext cx="2153797" cy="455895"/>
              <a:chOff x="4630756" y="1700569"/>
              <a:chExt cx="2153797" cy="455895"/>
            </a:xfrm>
          </p:grpSpPr>
          <p:sp>
            <p:nvSpPr>
              <p:cNvPr id="1408" name="Google Shape;1408;p131"/>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9" name="Google Shape;1409;p131"/>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10" name="Google Shape;1410;p131"/>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1411" name="Shape 1411"/>
        <p:cNvGrpSpPr/>
        <p:nvPr/>
      </p:nvGrpSpPr>
      <p:grpSpPr>
        <a:xfrm>
          <a:off x="0" y="0"/>
          <a:ext cx="0" cy="0"/>
          <a:chOff x="0" y="0"/>
          <a:chExt cx="0" cy="0"/>
        </a:xfrm>
      </p:grpSpPr>
      <p:pic>
        <p:nvPicPr>
          <p:cNvPr id="1412" name="Google Shape;1412;p132"/>
          <p:cNvPicPr preferRelativeResize="0"/>
          <p:nvPr/>
        </p:nvPicPr>
        <p:blipFill rotWithShape="1">
          <a:blip r:embed="rId2">
            <a:alphaModFix/>
          </a:blip>
          <a:srcRect b="8581" l="922" r="922" t="8581"/>
          <a:stretch/>
        </p:blipFill>
        <p:spPr>
          <a:xfrm rot="10800000">
            <a:off x="0" y="0"/>
            <a:ext cx="9144000" cy="5143500"/>
          </a:xfrm>
          <a:prstGeom prst="rect">
            <a:avLst/>
          </a:prstGeom>
          <a:noFill/>
          <a:ln>
            <a:noFill/>
          </a:ln>
        </p:spPr>
      </p:pic>
      <p:sp>
        <p:nvSpPr>
          <p:cNvPr id="1413" name="Google Shape;1413;p132"/>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414" name="Google Shape;1414;p132"/>
          <p:cNvGrpSpPr/>
          <p:nvPr/>
        </p:nvGrpSpPr>
        <p:grpSpPr>
          <a:xfrm rot="8100000">
            <a:off x="8488734" y="379797"/>
            <a:ext cx="616864" cy="614808"/>
            <a:chOff x="2588041" y="-11077"/>
            <a:chExt cx="511959" cy="510252"/>
          </a:xfrm>
        </p:grpSpPr>
        <p:cxnSp>
          <p:nvCxnSpPr>
            <p:cNvPr id="1415" name="Google Shape;1415;p13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416" name="Google Shape;1416;p13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17" name="Google Shape;1417;p13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18" name="Google Shape;1418;p132"/>
          <p:cNvGrpSpPr/>
          <p:nvPr/>
        </p:nvGrpSpPr>
        <p:grpSpPr>
          <a:xfrm rot="10800000">
            <a:off x="8361709" y="-180100"/>
            <a:ext cx="1868687" cy="1646829"/>
            <a:chOff x="2757488" y="0"/>
            <a:chExt cx="1738314" cy="1531934"/>
          </a:xfrm>
        </p:grpSpPr>
        <p:sp>
          <p:nvSpPr>
            <p:cNvPr id="1419" name="Google Shape;1419;p132"/>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0" name="Google Shape;1420;p132"/>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1" name="Google Shape;1421;p132"/>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22" name="Google Shape;1422;p132"/>
          <p:cNvGrpSpPr/>
          <p:nvPr/>
        </p:nvGrpSpPr>
        <p:grpSpPr>
          <a:xfrm rot="2700000">
            <a:off x="8392331" y="4695059"/>
            <a:ext cx="649282" cy="179386"/>
            <a:chOff x="3525838" y="4135438"/>
            <a:chExt cx="649288" cy="179388"/>
          </a:xfrm>
        </p:grpSpPr>
        <p:sp>
          <p:nvSpPr>
            <p:cNvPr id="1423" name="Google Shape;1423;p132"/>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4" name="Google Shape;1424;p132"/>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5" name="Google Shape;1425;p132"/>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26" name="Google Shape;1426;p132"/>
          <p:cNvGrpSpPr/>
          <p:nvPr/>
        </p:nvGrpSpPr>
        <p:grpSpPr>
          <a:xfrm>
            <a:off x="7937681" y="4441706"/>
            <a:ext cx="2153797" cy="455895"/>
            <a:chOff x="4630756" y="1700569"/>
            <a:chExt cx="2153797" cy="455895"/>
          </a:xfrm>
        </p:grpSpPr>
        <p:sp>
          <p:nvSpPr>
            <p:cNvPr id="1427" name="Google Shape;1427;p132"/>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8" name="Google Shape;1428;p132"/>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9" name="Google Shape;1429;p132"/>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30" name="Google Shape;1430;p132"/>
          <p:cNvGrpSpPr/>
          <p:nvPr/>
        </p:nvGrpSpPr>
        <p:grpSpPr>
          <a:xfrm>
            <a:off x="-1019265" y="84202"/>
            <a:ext cx="2153797" cy="455801"/>
            <a:chOff x="4886735" y="1558927"/>
            <a:chExt cx="2153797" cy="455801"/>
          </a:xfrm>
        </p:grpSpPr>
        <p:sp>
          <p:nvSpPr>
            <p:cNvPr id="1431" name="Google Shape;1431;p132"/>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32" name="Google Shape;1432;p132"/>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33" name="Google Shape;1433;p132"/>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34" name="Google Shape;1434;p132"/>
          <p:cNvGrpSpPr/>
          <p:nvPr/>
        </p:nvGrpSpPr>
        <p:grpSpPr>
          <a:xfrm>
            <a:off x="-450933" y="3758064"/>
            <a:ext cx="1017112" cy="1274803"/>
            <a:chOff x="3406775" y="1971675"/>
            <a:chExt cx="946151" cy="1185863"/>
          </a:xfrm>
        </p:grpSpPr>
        <p:sp>
          <p:nvSpPr>
            <p:cNvPr id="1435" name="Google Shape;1435;p13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36" name="Google Shape;1436;p13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37" name="Google Shape;1437;p13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38" name="Google Shape;1438;p132"/>
          <p:cNvGrpSpPr/>
          <p:nvPr/>
        </p:nvGrpSpPr>
        <p:grpSpPr>
          <a:xfrm>
            <a:off x="292478" y="4260451"/>
            <a:ext cx="855055" cy="686105"/>
            <a:chOff x="3524250" y="2062163"/>
            <a:chExt cx="795400" cy="638237"/>
          </a:xfrm>
        </p:grpSpPr>
        <p:sp>
          <p:nvSpPr>
            <p:cNvPr id="1439" name="Google Shape;1439;p132"/>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0" name="Google Shape;1440;p132"/>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1" name="Google Shape;1441;p132"/>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spTree>
      <p:nvGrpSpPr>
        <p:cNvPr id="1442" name="Shape 1442"/>
        <p:cNvGrpSpPr/>
        <p:nvPr/>
      </p:nvGrpSpPr>
      <p:grpSpPr>
        <a:xfrm>
          <a:off x="0" y="0"/>
          <a:ext cx="0" cy="0"/>
          <a:chOff x="0" y="0"/>
          <a:chExt cx="0" cy="0"/>
        </a:xfrm>
      </p:grpSpPr>
      <p:pic>
        <p:nvPicPr>
          <p:cNvPr id="1443" name="Google Shape;1443;p133"/>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444" name="Google Shape;1444;p133"/>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445" name="Google Shape;1445;p133"/>
          <p:cNvGrpSpPr/>
          <p:nvPr/>
        </p:nvGrpSpPr>
        <p:grpSpPr>
          <a:xfrm rot="2700000">
            <a:off x="-522745" y="4132047"/>
            <a:ext cx="616792" cy="614736"/>
            <a:chOff x="2588041" y="-11077"/>
            <a:chExt cx="511959" cy="510252"/>
          </a:xfrm>
        </p:grpSpPr>
        <p:cxnSp>
          <p:nvCxnSpPr>
            <p:cNvPr id="1446" name="Google Shape;1446;p133"/>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447" name="Google Shape;1447;p133"/>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8" name="Google Shape;1448;p133"/>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49" name="Google Shape;1449;p133"/>
          <p:cNvGrpSpPr/>
          <p:nvPr/>
        </p:nvGrpSpPr>
        <p:grpSpPr>
          <a:xfrm>
            <a:off x="-1433840" y="3660212"/>
            <a:ext cx="1868687" cy="1646829"/>
            <a:chOff x="2757488" y="0"/>
            <a:chExt cx="1738314" cy="1531934"/>
          </a:xfrm>
        </p:grpSpPr>
        <p:sp>
          <p:nvSpPr>
            <p:cNvPr id="1450" name="Google Shape;1450;p133"/>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1" name="Google Shape;1451;p133"/>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2" name="Google Shape;1452;p133"/>
            <p:cNvSpPr/>
            <p:nvPr/>
          </p:nvSpPr>
          <p:spPr>
            <a:xfrm>
              <a:off x="4337050" y="0"/>
              <a:ext cx="58800" cy="603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53" name="Google Shape;1453;p133"/>
          <p:cNvGrpSpPr/>
          <p:nvPr/>
        </p:nvGrpSpPr>
        <p:grpSpPr>
          <a:xfrm rot="-8100000">
            <a:off x="169518" y="140759"/>
            <a:ext cx="649282" cy="179386"/>
            <a:chOff x="3525838" y="4135438"/>
            <a:chExt cx="649288" cy="179388"/>
          </a:xfrm>
        </p:grpSpPr>
        <p:sp>
          <p:nvSpPr>
            <p:cNvPr id="1454" name="Google Shape;1454;p133"/>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5" name="Google Shape;1455;p133"/>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6" name="Google Shape;1456;p133"/>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57" name="Google Shape;1457;p133"/>
          <p:cNvGrpSpPr/>
          <p:nvPr/>
        </p:nvGrpSpPr>
        <p:grpSpPr>
          <a:xfrm rot="10800000">
            <a:off x="-880346" y="229341"/>
            <a:ext cx="2153797" cy="455895"/>
            <a:chOff x="4630756" y="1700569"/>
            <a:chExt cx="2153797" cy="455895"/>
          </a:xfrm>
        </p:grpSpPr>
        <p:sp>
          <p:nvSpPr>
            <p:cNvPr id="1458" name="Google Shape;1458;p133"/>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9" name="Google Shape;1459;p133"/>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0" name="Google Shape;1460;p133"/>
            <p:cNvSpPr/>
            <p:nvPr/>
          </p:nvSpPr>
          <p:spPr>
            <a:xfrm>
              <a:off x="4630756" y="2091364"/>
              <a:ext cx="65100" cy="65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61" name="Google Shape;1461;p133"/>
          <p:cNvGrpSpPr/>
          <p:nvPr/>
        </p:nvGrpSpPr>
        <p:grpSpPr>
          <a:xfrm rot="10800000">
            <a:off x="8076600" y="4629290"/>
            <a:ext cx="2153797" cy="455801"/>
            <a:chOff x="4886735" y="1600776"/>
            <a:chExt cx="2153797" cy="455801"/>
          </a:xfrm>
        </p:grpSpPr>
        <p:sp>
          <p:nvSpPr>
            <p:cNvPr id="1462" name="Google Shape;1462;p133"/>
            <p:cNvSpPr/>
            <p:nvPr/>
          </p:nvSpPr>
          <p:spPr>
            <a:xfrm>
              <a:off x="4919159" y="1633199"/>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3" name="Google Shape;1463;p133"/>
            <p:cNvSpPr/>
            <p:nvPr/>
          </p:nvSpPr>
          <p:spPr>
            <a:xfrm>
              <a:off x="4886735" y="1993277"/>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4" name="Google Shape;1464;p133"/>
            <p:cNvSpPr/>
            <p:nvPr/>
          </p:nvSpPr>
          <p:spPr>
            <a:xfrm>
              <a:off x="6977232" y="1600776"/>
              <a:ext cx="63300" cy="65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65" name="Google Shape;1465;p133"/>
          <p:cNvGrpSpPr/>
          <p:nvPr/>
        </p:nvGrpSpPr>
        <p:grpSpPr>
          <a:xfrm rot="10800000">
            <a:off x="8424002" y="61213"/>
            <a:ext cx="1017112" cy="1274803"/>
            <a:chOff x="3406775" y="1971675"/>
            <a:chExt cx="946151" cy="1185863"/>
          </a:xfrm>
        </p:grpSpPr>
        <p:sp>
          <p:nvSpPr>
            <p:cNvPr id="1466" name="Google Shape;1466;p133"/>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7" name="Google Shape;1467;p133"/>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8" name="Google Shape;1468;p133"/>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69" name="Google Shape;1469;p133"/>
          <p:cNvGrpSpPr/>
          <p:nvPr/>
        </p:nvGrpSpPr>
        <p:grpSpPr>
          <a:xfrm rot="2700000">
            <a:off x="8505059" y="4419166"/>
            <a:ext cx="855010" cy="686069"/>
            <a:chOff x="3524250" y="2062163"/>
            <a:chExt cx="795400" cy="638237"/>
          </a:xfrm>
        </p:grpSpPr>
        <p:sp>
          <p:nvSpPr>
            <p:cNvPr id="1470" name="Google Shape;1470;p133"/>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1" name="Google Shape;1471;p133"/>
            <p:cNvSpPr/>
            <p:nvPr/>
          </p:nvSpPr>
          <p:spPr>
            <a:xfrm>
              <a:off x="4260850" y="2641600"/>
              <a:ext cx="58800" cy="5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2" name="Google Shape;1472;p133"/>
            <p:cNvSpPr/>
            <p:nvPr/>
          </p:nvSpPr>
          <p:spPr>
            <a:xfrm>
              <a:off x="3524250" y="2062163"/>
              <a:ext cx="60300" cy="5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73" name="Google Shape;1473;p133"/>
          <p:cNvGrpSpPr/>
          <p:nvPr/>
        </p:nvGrpSpPr>
        <p:grpSpPr>
          <a:xfrm rot="-2700000">
            <a:off x="8392343" y="450309"/>
            <a:ext cx="649282" cy="179386"/>
            <a:chOff x="3525838" y="4135438"/>
            <a:chExt cx="649288" cy="179388"/>
          </a:xfrm>
        </p:grpSpPr>
        <p:sp>
          <p:nvSpPr>
            <p:cNvPr id="1474" name="Google Shape;1474;p133"/>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5" name="Google Shape;1475;p133"/>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6" name="Google Shape;1476;p133"/>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_1_1">
    <p:spTree>
      <p:nvGrpSpPr>
        <p:cNvPr id="1477" name="Shape 1477"/>
        <p:cNvGrpSpPr/>
        <p:nvPr/>
      </p:nvGrpSpPr>
      <p:grpSpPr>
        <a:xfrm>
          <a:off x="0" y="0"/>
          <a:ext cx="0" cy="0"/>
          <a:chOff x="0" y="0"/>
          <a:chExt cx="0" cy="0"/>
        </a:xfrm>
      </p:grpSpPr>
      <p:pic>
        <p:nvPicPr>
          <p:cNvPr id="1478" name="Google Shape;1478;p134"/>
          <p:cNvPicPr preferRelativeResize="0"/>
          <p:nvPr/>
        </p:nvPicPr>
        <p:blipFill rotWithShape="1">
          <a:blip r:embed="rId2">
            <a:alphaModFix/>
          </a:blip>
          <a:srcRect b="8581" l="893" r="922" t="8581"/>
          <a:stretch/>
        </p:blipFill>
        <p:spPr>
          <a:xfrm rot="10800000">
            <a:off x="0" y="0"/>
            <a:ext cx="9146425" cy="5143500"/>
          </a:xfrm>
          <a:prstGeom prst="rect">
            <a:avLst/>
          </a:prstGeom>
          <a:noFill/>
          <a:ln>
            <a:noFill/>
          </a:ln>
        </p:spPr>
      </p:pic>
      <p:sp>
        <p:nvSpPr>
          <p:cNvPr id="1479" name="Google Shape;1479;p134"/>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480" name="Google Shape;1480;p134"/>
          <p:cNvGrpSpPr/>
          <p:nvPr/>
        </p:nvGrpSpPr>
        <p:grpSpPr>
          <a:xfrm>
            <a:off x="-379546" y="-48611"/>
            <a:ext cx="9990345" cy="6862904"/>
            <a:chOff x="-379546" y="-48611"/>
            <a:chExt cx="9990345" cy="6862904"/>
          </a:xfrm>
        </p:grpSpPr>
        <p:grpSp>
          <p:nvGrpSpPr>
            <p:cNvPr id="1481" name="Google Shape;1481;p134"/>
            <p:cNvGrpSpPr/>
            <p:nvPr/>
          </p:nvGrpSpPr>
          <p:grpSpPr>
            <a:xfrm rot="9900119">
              <a:off x="95181" y="4953684"/>
              <a:ext cx="1868723" cy="1646861"/>
              <a:chOff x="2757488" y="0"/>
              <a:chExt cx="1738314" cy="1531934"/>
            </a:xfrm>
          </p:grpSpPr>
          <p:sp>
            <p:nvSpPr>
              <p:cNvPr id="1482" name="Google Shape;1482;p134"/>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3" name="Google Shape;1483;p134"/>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4" name="Google Shape;1484;p134"/>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85" name="Google Shape;1485;p134"/>
            <p:cNvGrpSpPr/>
            <p:nvPr/>
          </p:nvGrpSpPr>
          <p:grpSpPr>
            <a:xfrm rot="8999956">
              <a:off x="-409876" y="459305"/>
              <a:ext cx="2153749" cy="455791"/>
              <a:chOff x="4886735" y="1558927"/>
              <a:chExt cx="2153797" cy="455801"/>
            </a:xfrm>
          </p:grpSpPr>
          <p:sp>
            <p:nvSpPr>
              <p:cNvPr id="1486" name="Google Shape;1486;p134"/>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7" name="Google Shape;1487;p134"/>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8" name="Google Shape;1488;p134"/>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89" name="Google Shape;1489;p134"/>
            <p:cNvGrpSpPr/>
            <p:nvPr/>
          </p:nvGrpSpPr>
          <p:grpSpPr>
            <a:xfrm rot="-899881">
              <a:off x="7560814" y="3052809"/>
              <a:ext cx="1868723" cy="1646861"/>
              <a:chOff x="2757488" y="0"/>
              <a:chExt cx="1738314" cy="1531934"/>
            </a:xfrm>
          </p:grpSpPr>
          <p:sp>
            <p:nvSpPr>
              <p:cNvPr id="1490" name="Google Shape;1490;p134"/>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1" name="Google Shape;1491;p134"/>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2" name="Google Shape;1492;p134"/>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93" name="Google Shape;1493;p134"/>
            <p:cNvGrpSpPr/>
            <p:nvPr/>
          </p:nvGrpSpPr>
          <p:grpSpPr>
            <a:xfrm rot="-2700000">
              <a:off x="4063391" y="4228527"/>
              <a:ext cx="1017193" cy="1274904"/>
              <a:chOff x="3406775" y="1971675"/>
              <a:chExt cx="946151" cy="1185863"/>
            </a:xfrm>
          </p:grpSpPr>
          <p:sp>
            <p:nvSpPr>
              <p:cNvPr id="1494" name="Google Shape;1494;p13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5" name="Google Shape;1495;p13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6" name="Google Shape;1496;p13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97" name="Google Shape;1497;p134"/>
            <p:cNvGrpSpPr/>
            <p:nvPr/>
          </p:nvGrpSpPr>
          <p:grpSpPr>
            <a:xfrm rot="-8100000">
              <a:off x="127756" y="954550"/>
              <a:ext cx="649282" cy="179386"/>
              <a:chOff x="3525838" y="4135438"/>
              <a:chExt cx="649288" cy="179388"/>
            </a:xfrm>
          </p:grpSpPr>
          <p:sp>
            <p:nvSpPr>
              <p:cNvPr id="1498" name="Google Shape;1498;p134"/>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9" name="Google Shape;1499;p134"/>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00" name="Google Shape;1500;p134"/>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01" name="Google Shape;1501;p134"/>
            <p:cNvGrpSpPr/>
            <p:nvPr/>
          </p:nvGrpSpPr>
          <p:grpSpPr>
            <a:xfrm rot="5400000">
              <a:off x="8474351" y="-47580"/>
              <a:ext cx="616859" cy="614803"/>
              <a:chOff x="2588041" y="-11077"/>
              <a:chExt cx="511959" cy="510252"/>
            </a:xfrm>
          </p:grpSpPr>
          <p:cxnSp>
            <p:nvCxnSpPr>
              <p:cNvPr id="1502" name="Google Shape;1502;p134"/>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503" name="Google Shape;1503;p134"/>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04" name="Google Shape;1504;p134"/>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_1_1_1_1_1">
    <p:spTree>
      <p:nvGrpSpPr>
        <p:cNvPr id="1505" name="Shape 1505"/>
        <p:cNvGrpSpPr/>
        <p:nvPr/>
      </p:nvGrpSpPr>
      <p:grpSpPr>
        <a:xfrm>
          <a:off x="0" y="0"/>
          <a:ext cx="0" cy="0"/>
          <a:chOff x="0" y="0"/>
          <a:chExt cx="0" cy="0"/>
        </a:xfrm>
      </p:grpSpPr>
      <p:pic>
        <p:nvPicPr>
          <p:cNvPr id="1506" name="Google Shape;1506;p135"/>
          <p:cNvPicPr preferRelativeResize="0"/>
          <p:nvPr/>
        </p:nvPicPr>
        <p:blipFill rotWithShape="1">
          <a:blip r:embed="rId2">
            <a:alphaModFix/>
          </a:blip>
          <a:srcRect b="8581" l="922" r="922" t="8581"/>
          <a:stretch/>
        </p:blipFill>
        <p:spPr>
          <a:xfrm>
            <a:off x="0" y="25"/>
            <a:ext cx="9144000" cy="5143500"/>
          </a:xfrm>
          <a:prstGeom prst="rect">
            <a:avLst/>
          </a:prstGeom>
          <a:noFill/>
          <a:ln>
            <a:noFill/>
          </a:ln>
        </p:spPr>
      </p:pic>
      <p:sp>
        <p:nvSpPr>
          <p:cNvPr id="1507" name="Google Shape;1507;p135"/>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08" name="Google Shape;1508;p135"/>
          <p:cNvGrpSpPr/>
          <p:nvPr/>
        </p:nvGrpSpPr>
        <p:grpSpPr>
          <a:xfrm rot="10800000">
            <a:off x="-108803" y="13"/>
            <a:ext cx="9643674" cy="5131898"/>
            <a:chOff x="9" y="66970"/>
            <a:chExt cx="9643674" cy="5131898"/>
          </a:xfrm>
        </p:grpSpPr>
        <p:grpSp>
          <p:nvGrpSpPr>
            <p:cNvPr id="1509" name="Google Shape;1509;p135"/>
            <p:cNvGrpSpPr/>
            <p:nvPr/>
          </p:nvGrpSpPr>
          <p:grpSpPr>
            <a:xfrm rot="8100000">
              <a:off x="279433" y="559909"/>
              <a:ext cx="616865" cy="614808"/>
              <a:chOff x="2498604" y="-100513"/>
              <a:chExt cx="511960" cy="510252"/>
            </a:xfrm>
          </p:grpSpPr>
          <p:cxnSp>
            <p:nvCxnSpPr>
              <p:cNvPr id="1510" name="Google Shape;1510;p135"/>
              <p:cNvCxnSpPr/>
              <p:nvPr/>
            </p:nvCxnSpPr>
            <p:spPr>
              <a:xfrm flipH="1">
                <a:off x="2532826" y="-66383"/>
                <a:ext cx="441900" cy="441900"/>
              </a:xfrm>
              <a:prstGeom prst="straightConnector1">
                <a:avLst/>
              </a:prstGeom>
              <a:noFill/>
              <a:ln cap="rnd" cmpd="sng" w="9525">
                <a:solidFill>
                  <a:schemeClr val="dk2"/>
                </a:solidFill>
                <a:prstDash val="solid"/>
                <a:round/>
                <a:headEnd len="sm" w="sm" type="none"/>
                <a:tailEnd len="sm" w="sm" type="none"/>
              </a:ln>
            </p:spPr>
          </p:cxnSp>
          <p:sp>
            <p:nvSpPr>
              <p:cNvPr id="1511" name="Google Shape;1511;p135"/>
              <p:cNvSpPr/>
              <p:nvPr/>
            </p:nvSpPr>
            <p:spPr>
              <a:xfrm>
                <a:off x="2940596" y="-100513"/>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2" name="Google Shape;1512;p135"/>
              <p:cNvSpPr/>
              <p:nvPr/>
            </p:nvSpPr>
            <p:spPr>
              <a:xfrm>
                <a:off x="2498604" y="339771"/>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13" name="Google Shape;1513;p135"/>
            <p:cNvGrpSpPr/>
            <p:nvPr/>
          </p:nvGrpSpPr>
          <p:grpSpPr>
            <a:xfrm rot="10800000">
              <a:off x="9" y="66970"/>
              <a:ext cx="1868687" cy="1646829"/>
              <a:chOff x="2757488" y="-62286"/>
              <a:chExt cx="1738314" cy="1531934"/>
            </a:xfrm>
          </p:grpSpPr>
          <p:sp>
            <p:nvSpPr>
              <p:cNvPr id="1514" name="Google Shape;1514;p135"/>
              <p:cNvSpPr/>
              <p:nvPr/>
            </p:nvSpPr>
            <p:spPr>
              <a:xfrm>
                <a:off x="2786063" y="-3212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5" name="Google Shape;1515;p135"/>
              <p:cNvSpPr/>
              <p:nvPr/>
            </p:nvSpPr>
            <p:spPr>
              <a:xfrm>
                <a:off x="2757488" y="1379164"/>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6" name="Google Shape;1516;p135"/>
              <p:cNvSpPr/>
              <p:nvPr/>
            </p:nvSpPr>
            <p:spPr>
              <a:xfrm>
                <a:off x="4337050" y="-62286"/>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17" name="Google Shape;1517;p135"/>
            <p:cNvGrpSpPr/>
            <p:nvPr/>
          </p:nvGrpSpPr>
          <p:grpSpPr>
            <a:xfrm rot="2700000">
              <a:off x="7835731" y="4816197"/>
              <a:ext cx="649282" cy="179386"/>
              <a:chOff x="3525838" y="4135438"/>
              <a:chExt cx="649288" cy="179388"/>
            </a:xfrm>
          </p:grpSpPr>
          <p:sp>
            <p:nvSpPr>
              <p:cNvPr id="1518" name="Google Shape;1518;p135"/>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9" name="Google Shape;1519;p135"/>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20" name="Google Shape;1520;p135"/>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21" name="Google Shape;1521;p135"/>
            <p:cNvGrpSpPr/>
            <p:nvPr/>
          </p:nvGrpSpPr>
          <p:grpSpPr>
            <a:xfrm>
              <a:off x="7489887" y="4451106"/>
              <a:ext cx="2153796" cy="455895"/>
              <a:chOff x="4739562" y="1700569"/>
              <a:chExt cx="2153796" cy="455895"/>
            </a:xfrm>
          </p:grpSpPr>
          <p:sp>
            <p:nvSpPr>
              <p:cNvPr id="1522" name="Google Shape;1522;p135"/>
              <p:cNvSpPr/>
              <p:nvPr/>
            </p:nvSpPr>
            <p:spPr>
              <a:xfrm>
                <a:off x="4771985"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23" name="Google Shape;1523;p135"/>
              <p:cNvSpPr/>
              <p:nvPr/>
            </p:nvSpPr>
            <p:spPr>
              <a:xfrm>
                <a:off x="6830058"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24" name="Google Shape;1524;p135"/>
              <p:cNvSpPr/>
              <p:nvPr/>
            </p:nvSpPr>
            <p:spPr>
              <a:xfrm>
                <a:off x="4739562"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_1_1_1_1_1_1">
    <p:spTree>
      <p:nvGrpSpPr>
        <p:cNvPr id="1525" name="Shape 1525"/>
        <p:cNvGrpSpPr/>
        <p:nvPr/>
      </p:nvGrpSpPr>
      <p:grpSpPr>
        <a:xfrm>
          <a:off x="0" y="0"/>
          <a:ext cx="0" cy="0"/>
          <a:chOff x="0" y="0"/>
          <a:chExt cx="0" cy="0"/>
        </a:xfrm>
      </p:grpSpPr>
      <p:pic>
        <p:nvPicPr>
          <p:cNvPr id="1526" name="Google Shape;1526;p136"/>
          <p:cNvPicPr preferRelativeResize="0"/>
          <p:nvPr/>
        </p:nvPicPr>
        <p:blipFill rotWithShape="1">
          <a:blip r:embed="rId2">
            <a:alphaModFix/>
          </a:blip>
          <a:srcRect b="8586" l="1018" r="918" t="8932"/>
          <a:stretch/>
        </p:blipFill>
        <p:spPr>
          <a:xfrm flipH="1">
            <a:off x="0" y="-1"/>
            <a:ext cx="9135475" cy="5121576"/>
          </a:xfrm>
          <a:prstGeom prst="rect">
            <a:avLst/>
          </a:prstGeom>
          <a:noFill/>
          <a:ln>
            <a:noFill/>
          </a:ln>
        </p:spPr>
      </p:pic>
      <p:sp>
        <p:nvSpPr>
          <p:cNvPr id="1527" name="Google Shape;1527;p136"/>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28" name="Google Shape;1528;p136"/>
          <p:cNvGrpSpPr/>
          <p:nvPr/>
        </p:nvGrpSpPr>
        <p:grpSpPr>
          <a:xfrm>
            <a:off x="-564461" y="-589419"/>
            <a:ext cx="10324234" cy="7060798"/>
            <a:chOff x="-564461" y="-589419"/>
            <a:chExt cx="10324234" cy="7060798"/>
          </a:xfrm>
        </p:grpSpPr>
        <p:grpSp>
          <p:nvGrpSpPr>
            <p:cNvPr id="1529" name="Google Shape;1529;p136"/>
            <p:cNvGrpSpPr/>
            <p:nvPr/>
          </p:nvGrpSpPr>
          <p:grpSpPr>
            <a:xfrm rot="8100000">
              <a:off x="45954" y="75943"/>
              <a:ext cx="649282" cy="179386"/>
              <a:chOff x="3454818" y="4206458"/>
              <a:chExt cx="649288" cy="179388"/>
            </a:xfrm>
          </p:grpSpPr>
          <p:sp>
            <p:nvSpPr>
              <p:cNvPr id="1530" name="Google Shape;1530;p136"/>
              <p:cNvSpPr/>
              <p:nvPr/>
            </p:nvSpPr>
            <p:spPr>
              <a:xfrm>
                <a:off x="3486568" y="420645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31" name="Google Shape;1531;p136"/>
              <p:cNvSpPr/>
              <p:nvPr/>
            </p:nvSpPr>
            <p:spPr>
              <a:xfrm>
                <a:off x="3454818" y="432075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32" name="Google Shape;1532;p136"/>
              <p:cNvSpPr/>
              <p:nvPr/>
            </p:nvSpPr>
            <p:spPr>
              <a:xfrm>
                <a:off x="4039018" y="426043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33" name="Google Shape;1533;p136"/>
            <p:cNvGrpSpPr/>
            <p:nvPr/>
          </p:nvGrpSpPr>
          <p:grpSpPr>
            <a:xfrm rot="5400000">
              <a:off x="-1012867" y="259532"/>
              <a:ext cx="2153797" cy="455895"/>
              <a:chOff x="4554556" y="2233969"/>
              <a:chExt cx="2153797" cy="455895"/>
            </a:xfrm>
          </p:grpSpPr>
          <p:sp>
            <p:nvSpPr>
              <p:cNvPr id="1534" name="Google Shape;1534;p136"/>
              <p:cNvSpPr/>
              <p:nvPr/>
            </p:nvSpPr>
            <p:spPr>
              <a:xfrm>
                <a:off x="4586979" y="22663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35" name="Google Shape;1535;p136"/>
              <p:cNvSpPr/>
              <p:nvPr/>
            </p:nvSpPr>
            <p:spPr>
              <a:xfrm>
                <a:off x="6645053" y="22339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36" name="Google Shape;1536;p136"/>
              <p:cNvSpPr/>
              <p:nvPr/>
            </p:nvSpPr>
            <p:spPr>
              <a:xfrm>
                <a:off x="4554556" y="26247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37" name="Google Shape;1537;p136"/>
            <p:cNvGrpSpPr/>
            <p:nvPr/>
          </p:nvGrpSpPr>
          <p:grpSpPr>
            <a:xfrm>
              <a:off x="7595147" y="-513200"/>
              <a:ext cx="1017112" cy="1274803"/>
              <a:chOff x="3406775" y="1971675"/>
              <a:chExt cx="946151" cy="1185863"/>
            </a:xfrm>
          </p:grpSpPr>
          <p:sp>
            <p:nvSpPr>
              <p:cNvPr id="1538" name="Google Shape;1538;p136"/>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39" name="Google Shape;1539;p136"/>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0" name="Google Shape;1540;p136"/>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41" name="Google Shape;1541;p136"/>
            <p:cNvGrpSpPr/>
            <p:nvPr/>
          </p:nvGrpSpPr>
          <p:grpSpPr>
            <a:xfrm>
              <a:off x="7184820" y="-227912"/>
              <a:ext cx="2153797" cy="455801"/>
              <a:chOff x="4886735" y="1558927"/>
              <a:chExt cx="2153797" cy="455801"/>
            </a:xfrm>
          </p:grpSpPr>
          <p:sp>
            <p:nvSpPr>
              <p:cNvPr id="1542" name="Google Shape;1542;p136"/>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3" name="Google Shape;1543;p136"/>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4" name="Google Shape;1544;p136"/>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45" name="Google Shape;1545;p136"/>
            <p:cNvGrpSpPr/>
            <p:nvPr/>
          </p:nvGrpSpPr>
          <p:grpSpPr>
            <a:xfrm rot="10800000">
              <a:off x="7327380" y="4824550"/>
              <a:ext cx="1868687" cy="1646829"/>
              <a:chOff x="2757488" y="0"/>
              <a:chExt cx="1738314" cy="1531934"/>
            </a:xfrm>
          </p:grpSpPr>
          <p:sp>
            <p:nvSpPr>
              <p:cNvPr id="1546" name="Google Shape;1546;p136"/>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7" name="Google Shape;1547;p136"/>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8" name="Google Shape;1548;p136"/>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49" name="Google Shape;1549;p136"/>
            <p:cNvGrpSpPr/>
            <p:nvPr/>
          </p:nvGrpSpPr>
          <p:grpSpPr>
            <a:xfrm rot="10800000">
              <a:off x="8904718" y="1425286"/>
              <a:ext cx="855055" cy="686105"/>
              <a:chOff x="3524250" y="2062163"/>
              <a:chExt cx="795400" cy="638237"/>
            </a:xfrm>
          </p:grpSpPr>
          <p:sp>
            <p:nvSpPr>
              <p:cNvPr id="1550" name="Google Shape;1550;p136"/>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51" name="Google Shape;1551;p136"/>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52" name="Google Shape;1552;p136"/>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53" name="Google Shape;1553;p136"/>
            <p:cNvGrpSpPr/>
            <p:nvPr/>
          </p:nvGrpSpPr>
          <p:grpSpPr>
            <a:xfrm rot="-8100000">
              <a:off x="-39456" y="3828206"/>
              <a:ext cx="1894290" cy="2269579"/>
              <a:chOff x="815014" y="833388"/>
              <a:chExt cx="1762222" cy="2111347"/>
            </a:xfrm>
          </p:grpSpPr>
          <p:sp>
            <p:nvSpPr>
              <p:cNvPr id="1554" name="Google Shape;1554;p136"/>
              <p:cNvSpPr/>
              <p:nvPr/>
            </p:nvSpPr>
            <p:spPr>
              <a:xfrm rot="451604">
                <a:off x="935258" y="922272"/>
                <a:ext cx="1484312" cy="1933579"/>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55" name="Google Shape;1555;p136"/>
              <p:cNvSpPr/>
              <p:nvPr/>
            </p:nvSpPr>
            <p:spPr>
              <a:xfrm rot="458000">
                <a:off x="913958" y="2737148"/>
                <a:ext cx="58720" cy="60207"/>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56" name="Google Shape;1556;p136"/>
              <p:cNvSpPr/>
              <p:nvPr/>
            </p:nvSpPr>
            <p:spPr>
              <a:xfrm rot="451615">
                <a:off x="2508165" y="994592"/>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_1_1_1_1_1_1_1">
    <p:spTree>
      <p:nvGrpSpPr>
        <p:cNvPr id="1557" name="Shape 1557"/>
        <p:cNvGrpSpPr/>
        <p:nvPr/>
      </p:nvGrpSpPr>
      <p:grpSpPr>
        <a:xfrm>
          <a:off x="0" y="0"/>
          <a:ext cx="0" cy="0"/>
          <a:chOff x="0" y="0"/>
          <a:chExt cx="0" cy="0"/>
        </a:xfrm>
      </p:grpSpPr>
      <p:pic>
        <p:nvPicPr>
          <p:cNvPr id="1558" name="Google Shape;1558;p137"/>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559" name="Google Shape;1559;p137"/>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60" name="Google Shape;1560;p137"/>
          <p:cNvGrpSpPr/>
          <p:nvPr/>
        </p:nvGrpSpPr>
        <p:grpSpPr>
          <a:xfrm rot="8100000">
            <a:off x="8091080" y="594805"/>
            <a:ext cx="616864" cy="614808"/>
            <a:chOff x="2588041" y="-11077"/>
            <a:chExt cx="511959" cy="510252"/>
          </a:xfrm>
        </p:grpSpPr>
        <p:cxnSp>
          <p:nvCxnSpPr>
            <p:cNvPr id="1561" name="Google Shape;1561;p137"/>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562" name="Google Shape;1562;p137"/>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63" name="Google Shape;1563;p137"/>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64" name="Google Shape;1564;p137"/>
          <p:cNvGrpSpPr/>
          <p:nvPr/>
        </p:nvGrpSpPr>
        <p:grpSpPr>
          <a:xfrm rot="10800000">
            <a:off x="7964055" y="111109"/>
            <a:ext cx="1868687" cy="1646829"/>
            <a:chOff x="2757488" y="0"/>
            <a:chExt cx="1738314" cy="1531934"/>
          </a:xfrm>
        </p:grpSpPr>
        <p:sp>
          <p:nvSpPr>
            <p:cNvPr id="1565" name="Google Shape;1565;p13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66" name="Google Shape;1566;p13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67" name="Google Shape;1567;p13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68" name="Google Shape;1568;p137"/>
          <p:cNvGrpSpPr/>
          <p:nvPr/>
        </p:nvGrpSpPr>
        <p:grpSpPr>
          <a:xfrm rot="5400000">
            <a:off x="-598851" y="2505284"/>
            <a:ext cx="1868687" cy="1646829"/>
            <a:chOff x="2757488" y="0"/>
            <a:chExt cx="1738314" cy="1531934"/>
          </a:xfrm>
        </p:grpSpPr>
        <p:sp>
          <p:nvSpPr>
            <p:cNvPr id="1569" name="Google Shape;1569;p137"/>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0" name="Google Shape;1570;p137"/>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1" name="Google Shape;1571;p137"/>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72" name="Google Shape;1572;p137"/>
          <p:cNvGrpSpPr/>
          <p:nvPr/>
        </p:nvGrpSpPr>
        <p:grpSpPr>
          <a:xfrm rot="10800000">
            <a:off x="-96297" y="3098409"/>
            <a:ext cx="1017112" cy="1274803"/>
            <a:chOff x="3406775" y="1971675"/>
            <a:chExt cx="946151" cy="1185863"/>
          </a:xfrm>
        </p:grpSpPr>
        <p:sp>
          <p:nvSpPr>
            <p:cNvPr id="1573" name="Google Shape;1573;p137"/>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4" name="Google Shape;1574;p137"/>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5" name="Google Shape;1575;p137"/>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1_1_1_1_1_1_1_1_1">
    <p:spTree>
      <p:nvGrpSpPr>
        <p:cNvPr id="1576" name="Shape 1576"/>
        <p:cNvGrpSpPr/>
        <p:nvPr/>
      </p:nvGrpSpPr>
      <p:grpSpPr>
        <a:xfrm>
          <a:off x="0" y="0"/>
          <a:ext cx="0" cy="0"/>
          <a:chOff x="0" y="0"/>
          <a:chExt cx="0" cy="0"/>
        </a:xfrm>
      </p:grpSpPr>
      <p:pic>
        <p:nvPicPr>
          <p:cNvPr id="1577" name="Google Shape;1577;p138"/>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578" name="Google Shape;1578;p138"/>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579" name="Google Shape;1579;p138"/>
          <p:cNvGrpSpPr/>
          <p:nvPr/>
        </p:nvGrpSpPr>
        <p:grpSpPr>
          <a:xfrm rot="10800000">
            <a:off x="-1019266" y="-180101"/>
            <a:ext cx="11249662" cy="5595715"/>
            <a:chOff x="-1019265" y="-180100"/>
            <a:chExt cx="11249662" cy="5595715"/>
          </a:xfrm>
        </p:grpSpPr>
        <p:grpSp>
          <p:nvGrpSpPr>
            <p:cNvPr id="1580" name="Google Shape;1580;p138"/>
            <p:cNvGrpSpPr/>
            <p:nvPr/>
          </p:nvGrpSpPr>
          <p:grpSpPr>
            <a:xfrm rot="-2700000">
              <a:off x="105533" y="4132337"/>
              <a:ext cx="616864" cy="614808"/>
              <a:chOff x="2588041" y="-11077"/>
              <a:chExt cx="511959" cy="510252"/>
            </a:xfrm>
          </p:grpSpPr>
          <p:cxnSp>
            <p:nvCxnSpPr>
              <p:cNvPr id="1581" name="Google Shape;1581;p138"/>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582" name="Google Shape;1582;p138"/>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3" name="Google Shape;1583;p138"/>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84" name="Google Shape;1584;p138"/>
            <p:cNvGrpSpPr/>
            <p:nvPr/>
          </p:nvGrpSpPr>
          <p:grpSpPr>
            <a:xfrm>
              <a:off x="-1019265" y="3660212"/>
              <a:ext cx="1868687" cy="1646829"/>
              <a:chOff x="2757488" y="0"/>
              <a:chExt cx="1738314" cy="1531934"/>
            </a:xfrm>
          </p:grpSpPr>
          <p:sp>
            <p:nvSpPr>
              <p:cNvPr id="1585" name="Google Shape;1585;p138"/>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6" name="Google Shape;1586;p138"/>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7" name="Google Shape;1587;p138"/>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88" name="Google Shape;1588;p138"/>
            <p:cNvGrpSpPr/>
            <p:nvPr/>
          </p:nvGrpSpPr>
          <p:grpSpPr>
            <a:xfrm rot="-8100000">
              <a:off x="169518" y="140759"/>
              <a:ext cx="649282" cy="179386"/>
              <a:chOff x="3525838" y="4135438"/>
              <a:chExt cx="649288" cy="179388"/>
            </a:xfrm>
          </p:grpSpPr>
          <p:sp>
            <p:nvSpPr>
              <p:cNvPr id="1589" name="Google Shape;1589;p138"/>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0" name="Google Shape;1590;p138"/>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1" name="Google Shape;1591;p138"/>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92" name="Google Shape;1592;p138"/>
            <p:cNvGrpSpPr/>
            <p:nvPr/>
          </p:nvGrpSpPr>
          <p:grpSpPr>
            <a:xfrm rot="10800000">
              <a:off x="-880346" y="229341"/>
              <a:ext cx="2153797" cy="455895"/>
              <a:chOff x="4630756" y="1700569"/>
              <a:chExt cx="2153797" cy="455895"/>
            </a:xfrm>
          </p:grpSpPr>
          <p:sp>
            <p:nvSpPr>
              <p:cNvPr id="1593" name="Google Shape;1593;p13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4" name="Google Shape;1594;p13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5" name="Google Shape;1595;p138"/>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96" name="Google Shape;1596;p138"/>
            <p:cNvGrpSpPr/>
            <p:nvPr/>
          </p:nvGrpSpPr>
          <p:grpSpPr>
            <a:xfrm rot="10800000">
              <a:off x="8076600" y="4671138"/>
              <a:ext cx="2153797" cy="455801"/>
              <a:chOff x="4886735" y="1558927"/>
              <a:chExt cx="2153797" cy="455801"/>
            </a:xfrm>
          </p:grpSpPr>
          <p:sp>
            <p:nvSpPr>
              <p:cNvPr id="1597" name="Google Shape;1597;p138"/>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8" name="Google Shape;1598;p138"/>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9" name="Google Shape;1599;p138"/>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00" name="Google Shape;1600;p138"/>
            <p:cNvGrpSpPr/>
            <p:nvPr/>
          </p:nvGrpSpPr>
          <p:grpSpPr>
            <a:xfrm rot="10800000">
              <a:off x="8644952" y="-180100"/>
              <a:ext cx="1017112" cy="1274803"/>
              <a:chOff x="3406775" y="1971675"/>
              <a:chExt cx="946151" cy="1185863"/>
            </a:xfrm>
          </p:grpSpPr>
          <p:sp>
            <p:nvSpPr>
              <p:cNvPr id="1601" name="Google Shape;1601;p13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2" name="Google Shape;1602;p13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3" name="Google Shape;1603;p13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04" name="Google Shape;1604;p138"/>
            <p:cNvGrpSpPr/>
            <p:nvPr/>
          </p:nvGrpSpPr>
          <p:grpSpPr>
            <a:xfrm rot="10800000">
              <a:off x="8063598" y="-864"/>
              <a:ext cx="855055" cy="686105"/>
              <a:chOff x="3524250" y="2062163"/>
              <a:chExt cx="795400" cy="638237"/>
            </a:xfrm>
          </p:grpSpPr>
          <p:sp>
            <p:nvSpPr>
              <p:cNvPr id="1605" name="Google Shape;1605;p138"/>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6" name="Google Shape;1606;p138"/>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7" name="Google Shape;1607;p138"/>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08" name="Google Shape;1608;p138"/>
            <p:cNvGrpSpPr/>
            <p:nvPr/>
          </p:nvGrpSpPr>
          <p:grpSpPr>
            <a:xfrm rot="-900094">
              <a:off x="8115699" y="4731415"/>
              <a:ext cx="616893" cy="614837"/>
              <a:chOff x="2588041" y="-11077"/>
              <a:chExt cx="511959" cy="510252"/>
            </a:xfrm>
          </p:grpSpPr>
          <p:cxnSp>
            <p:nvCxnSpPr>
              <p:cNvPr id="1609" name="Google Shape;1609;p138"/>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610" name="Google Shape;1610;p138"/>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11" name="Google Shape;1611;p138"/>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1_1_1_1_1_1_1_1_1_1">
    <p:spTree>
      <p:nvGrpSpPr>
        <p:cNvPr id="1612" name="Shape 1612"/>
        <p:cNvGrpSpPr/>
        <p:nvPr/>
      </p:nvGrpSpPr>
      <p:grpSpPr>
        <a:xfrm>
          <a:off x="0" y="0"/>
          <a:ext cx="0" cy="0"/>
          <a:chOff x="0" y="0"/>
          <a:chExt cx="0" cy="0"/>
        </a:xfrm>
      </p:grpSpPr>
      <p:pic>
        <p:nvPicPr>
          <p:cNvPr id="1613" name="Google Shape;1613;p139"/>
          <p:cNvPicPr preferRelativeResize="0"/>
          <p:nvPr/>
        </p:nvPicPr>
        <p:blipFill rotWithShape="1">
          <a:blip r:embed="rId2">
            <a:alphaModFix/>
          </a:blip>
          <a:srcRect b="8759" l="1018" r="918" t="0"/>
          <a:stretch/>
        </p:blipFill>
        <p:spPr>
          <a:xfrm rot="10800000">
            <a:off x="0" y="10973"/>
            <a:ext cx="9135475" cy="5665377"/>
          </a:xfrm>
          <a:prstGeom prst="rect">
            <a:avLst/>
          </a:prstGeom>
          <a:noFill/>
          <a:ln>
            <a:noFill/>
          </a:ln>
        </p:spPr>
      </p:pic>
      <p:sp>
        <p:nvSpPr>
          <p:cNvPr id="1614" name="Google Shape;1614;p139"/>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615" name="Google Shape;1615;p139"/>
          <p:cNvGrpSpPr/>
          <p:nvPr/>
        </p:nvGrpSpPr>
        <p:grpSpPr>
          <a:xfrm>
            <a:off x="254753" y="-383828"/>
            <a:ext cx="10284224" cy="6478811"/>
            <a:chOff x="254753" y="-383828"/>
            <a:chExt cx="10284224" cy="6478811"/>
          </a:xfrm>
        </p:grpSpPr>
        <p:grpSp>
          <p:nvGrpSpPr>
            <p:cNvPr id="1616" name="Google Shape;1616;p139"/>
            <p:cNvGrpSpPr/>
            <p:nvPr/>
          </p:nvGrpSpPr>
          <p:grpSpPr>
            <a:xfrm rot="7199964">
              <a:off x="8414061" y="35777"/>
              <a:ext cx="1901134" cy="1614433"/>
              <a:chOff x="2649767" y="30163"/>
              <a:chExt cx="1768465" cy="1501771"/>
            </a:xfrm>
          </p:grpSpPr>
          <p:sp>
            <p:nvSpPr>
              <p:cNvPr id="1617" name="Google Shape;1617;p139"/>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18" name="Google Shape;1618;p139"/>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19" name="Google Shape;1619;p139"/>
            <p:cNvGrpSpPr/>
            <p:nvPr/>
          </p:nvGrpSpPr>
          <p:grpSpPr>
            <a:xfrm rot="-2700000">
              <a:off x="610625" y="4171188"/>
              <a:ext cx="1505635" cy="1630213"/>
              <a:chOff x="1566745" y="351836"/>
              <a:chExt cx="1400480" cy="1516353"/>
            </a:xfrm>
          </p:grpSpPr>
          <p:sp>
            <p:nvSpPr>
              <p:cNvPr id="1620" name="Google Shape;1620;p139"/>
              <p:cNvSpPr/>
              <p:nvPr/>
            </p:nvSpPr>
            <p:spPr>
              <a:xfrm rot="2420011">
                <a:off x="1824866" y="546079"/>
                <a:ext cx="884238" cy="1122364"/>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1" name="Google Shape;1621;p139"/>
              <p:cNvSpPr/>
              <p:nvPr/>
            </p:nvSpPr>
            <p:spPr>
              <a:xfrm rot="2420005">
                <a:off x="2208338" y="1789774"/>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2" name="Google Shape;1622;p139"/>
              <p:cNvSpPr/>
              <p:nvPr/>
            </p:nvSpPr>
            <p:spPr>
              <a:xfrm rot="2426555">
                <a:off x="2264854" y="363869"/>
                <a:ext cx="58734" cy="58734"/>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23" name="Google Shape;1623;p139"/>
            <p:cNvGrpSpPr/>
            <p:nvPr/>
          </p:nvGrpSpPr>
          <p:grpSpPr>
            <a:xfrm rot="8100000">
              <a:off x="8089256" y="5065597"/>
              <a:ext cx="649282" cy="179386"/>
              <a:chOff x="3284200" y="3877129"/>
              <a:chExt cx="649288" cy="179388"/>
            </a:xfrm>
          </p:grpSpPr>
          <p:sp>
            <p:nvSpPr>
              <p:cNvPr id="1624" name="Google Shape;1624;p139"/>
              <p:cNvSpPr/>
              <p:nvPr/>
            </p:nvSpPr>
            <p:spPr>
              <a:xfrm>
                <a:off x="3315950" y="3877129"/>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5" name="Google Shape;1625;p139"/>
              <p:cNvSpPr/>
              <p:nvPr/>
            </p:nvSpPr>
            <p:spPr>
              <a:xfrm>
                <a:off x="3284200" y="3991429"/>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6" name="Google Shape;1626;p139"/>
              <p:cNvSpPr/>
              <p:nvPr/>
            </p:nvSpPr>
            <p:spPr>
              <a:xfrm>
                <a:off x="3868400" y="3931104"/>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1_1_1_1_1_1_1_1_1_1_1">
    <p:spTree>
      <p:nvGrpSpPr>
        <p:cNvPr id="1627" name="Shape 1627"/>
        <p:cNvGrpSpPr/>
        <p:nvPr/>
      </p:nvGrpSpPr>
      <p:grpSpPr>
        <a:xfrm>
          <a:off x="0" y="0"/>
          <a:ext cx="0" cy="0"/>
          <a:chOff x="0" y="0"/>
          <a:chExt cx="0" cy="0"/>
        </a:xfrm>
      </p:grpSpPr>
      <p:pic>
        <p:nvPicPr>
          <p:cNvPr id="1628" name="Google Shape;1628;p140"/>
          <p:cNvPicPr preferRelativeResize="0"/>
          <p:nvPr/>
        </p:nvPicPr>
        <p:blipFill rotWithShape="1">
          <a:blip r:embed="rId2">
            <a:alphaModFix/>
          </a:blip>
          <a:srcRect b="8581" l="1018" r="1035" t="8581"/>
          <a:stretch/>
        </p:blipFill>
        <p:spPr>
          <a:xfrm rot="10800000">
            <a:off x="10975" y="0"/>
            <a:ext cx="9124500" cy="5143500"/>
          </a:xfrm>
          <a:prstGeom prst="rect">
            <a:avLst/>
          </a:prstGeom>
          <a:noFill/>
          <a:ln>
            <a:noFill/>
          </a:ln>
        </p:spPr>
      </p:pic>
      <p:sp>
        <p:nvSpPr>
          <p:cNvPr id="1629" name="Google Shape;1629;p140"/>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630" name="Google Shape;1630;p140"/>
          <p:cNvGrpSpPr/>
          <p:nvPr/>
        </p:nvGrpSpPr>
        <p:grpSpPr>
          <a:xfrm>
            <a:off x="-715553" y="-460941"/>
            <a:ext cx="10709821" cy="5866826"/>
            <a:chOff x="-715553" y="-460941"/>
            <a:chExt cx="10709821" cy="5866826"/>
          </a:xfrm>
        </p:grpSpPr>
        <p:grpSp>
          <p:nvGrpSpPr>
            <p:cNvPr id="1631" name="Google Shape;1631;p140"/>
            <p:cNvGrpSpPr/>
            <p:nvPr/>
          </p:nvGrpSpPr>
          <p:grpSpPr>
            <a:xfrm rot="-8100000">
              <a:off x="4210997" y="5023191"/>
              <a:ext cx="649282" cy="179386"/>
              <a:chOff x="3525838" y="4135438"/>
              <a:chExt cx="649288" cy="179388"/>
            </a:xfrm>
          </p:grpSpPr>
          <p:sp>
            <p:nvSpPr>
              <p:cNvPr id="1632" name="Google Shape;1632;p140"/>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3" name="Google Shape;1633;p140"/>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4" name="Google Shape;1634;p140"/>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35" name="Google Shape;1635;p140"/>
            <p:cNvGrpSpPr/>
            <p:nvPr/>
          </p:nvGrpSpPr>
          <p:grpSpPr>
            <a:xfrm rot="8999956">
              <a:off x="7870826" y="4255315"/>
              <a:ext cx="2153749" cy="455885"/>
              <a:chOff x="4630756" y="1700569"/>
              <a:chExt cx="2153797" cy="455895"/>
            </a:xfrm>
          </p:grpSpPr>
          <p:sp>
            <p:nvSpPr>
              <p:cNvPr id="1636" name="Google Shape;1636;p140"/>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7" name="Google Shape;1637;p140"/>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8" name="Google Shape;1638;p140"/>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39" name="Google Shape;1639;p140"/>
            <p:cNvGrpSpPr/>
            <p:nvPr/>
          </p:nvGrpSpPr>
          <p:grpSpPr>
            <a:xfrm rot="-8100000">
              <a:off x="-105620" y="4255363"/>
              <a:ext cx="2153776" cy="455797"/>
              <a:chOff x="4886735" y="1558927"/>
              <a:chExt cx="2153797" cy="455801"/>
            </a:xfrm>
          </p:grpSpPr>
          <p:sp>
            <p:nvSpPr>
              <p:cNvPr id="1640" name="Google Shape;1640;p140"/>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1" name="Google Shape;1641;p140"/>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2" name="Google Shape;1642;p140"/>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43" name="Google Shape;1643;p140"/>
            <p:cNvGrpSpPr/>
            <p:nvPr/>
          </p:nvGrpSpPr>
          <p:grpSpPr>
            <a:xfrm rot="10800000">
              <a:off x="8005256" y="-427142"/>
              <a:ext cx="1017112" cy="1274803"/>
              <a:chOff x="3406775" y="1971675"/>
              <a:chExt cx="946151" cy="1185863"/>
            </a:xfrm>
          </p:grpSpPr>
          <p:sp>
            <p:nvSpPr>
              <p:cNvPr id="1644" name="Google Shape;1644;p140"/>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5" name="Google Shape;1645;p140"/>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6" name="Google Shape;1646;p140"/>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47" name="Google Shape;1647;p140"/>
            <p:cNvGrpSpPr/>
            <p:nvPr/>
          </p:nvGrpSpPr>
          <p:grpSpPr>
            <a:xfrm rot="10800000">
              <a:off x="4279177" y="-460931"/>
              <a:ext cx="855055" cy="686105"/>
              <a:chOff x="3524250" y="2062163"/>
              <a:chExt cx="795400" cy="638237"/>
            </a:xfrm>
          </p:grpSpPr>
          <p:sp>
            <p:nvSpPr>
              <p:cNvPr id="1648" name="Google Shape;1648;p140"/>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9" name="Google Shape;1649;p140"/>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0" name="Google Shape;1650;p140"/>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51" name="Google Shape;1651;p140"/>
            <p:cNvGrpSpPr/>
            <p:nvPr/>
          </p:nvGrpSpPr>
          <p:grpSpPr>
            <a:xfrm rot="9900119">
              <a:off x="-534290" y="-247192"/>
              <a:ext cx="1868723" cy="1646861"/>
              <a:chOff x="2757488" y="0"/>
              <a:chExt cx="1738314" cy="1531934"/>
            </a:xfrm>
          </p:grpSpPr>
          <p:sp>
            <p:nvSpPr>
              <p:cNvPr id="1652" name="Google Shape;1652;p140"/>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3" name="Google Shape;1653;p140"/>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4" name="Google Shape;1654;p140"/>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1_1_1_1_1_1_1_1_1_1_1_1">
    <p:spTree>
      <p:nvGrpSpPr>
        <p:cNvPr id="1655" name="Shape 1655"/>
        <p:cNvGrpSpPr/>
        <p:nvPr/>
      </p:nvGrpSpPr>
      <p:grpSpPr>
        <a:xfrm>
          <a:off x="0" y="0"/>
          <a:ext cx="0" cy="0"/>
          <a:chOff x="0" y="0"/>
          <a:chExt cx="0" cy="0"/>
        </a:xfrm>
      </p:grpSpPr>
      <p:pic>
        <p:nvPicPr>
          <p:cNvPr id="1656" name="Google Shape;1656;p141"/>
          <p:cNvPicPr preferRelativeResize="0"/>
          <p:nvPr/>
        </p:nvPicPr>
        <p:blipFill rotWithShape="1">
          <a:blip r:embed="rId2">
            <a:alphaModFix/>
          </a:blip>
          <a:srcRect b="8581" l="901" r="1154" t="8581"/>
          <a:stretch/>
        </p:blipFill>
        <p:spPr>
          <a:xfrm rot="10800000">
            <a:off x="21925" y="-1"/>
            <a:ext cx="9124500" cy="5143500"/>
          </a:xfrm>
          <a:prstGeom prst="rect">
            <a:avLst/>
          </a:prstGeom>
          <a:noFill/>
          <a:ln>
            <a:noFill/>
          </a:ln>
        </p:spPr>
      </p:pic>
      <p:sp>
        <p:nvSpPr>
          <p:cNvPr id="1657" name="Google Shape;1657;p141"/>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658" name="Google Shape;1658;p141"/>
          <p:cNvGrpSpPr/>
          <p:nvPr/>
        </p:nvGrpSpPr>
        <p:grpSpPr>
          <a:xfrm>
            <a:off x="-1115635" y="-681169"/>
            <a:ext cx="11685793" cy="6187191"/>
            <a:chOff x="-1115635" y="-681169"/>
            <a:chExt cx="11685793" cy="6187191"/>
          </a:xfrm>
        </p:grpSpPr>
        <p:grpSp>
          <p:nvGrpSpPr>
            <p:cNvPr id="1659" name="Google Shape;1659;p141"/>
            <p:cNvGrpSpPr/>
            <p:nvPr/>
          </p:nvGrpSpPr>
          <p:grpSpPr>
            <a:xfrm rot="10800000">
              <a:off x="656995" y="4836096"/>
              <a:ext cx="616859" cy="614803"/>
              <a:chOff x="2588041" y="-11077"/>
              <a:chExt cx="511959" cy="510252"/>
            </a:xfrm>
          </p:grpSpPr>
          <p:cxnSp>
            <p:nvCxnSpPr>
              <p:cNvPr id="1660" name="Google Shape;1660;p141"/>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661" name="Google Shape;1661;p141"/>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2" name="Google Shape;1662;p141"/>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63" name="Google Shape;1663;p141"/>
            <p:cNvGrpSpPr/>
            <p:nvPr/>
          </p:nvGrpSpPr>
          <p:grpSpPr>
            <a:xfrm rot="-8100000">
              <a:off x="323765" y="70054"/>
              <a:ext cx="649282" cy="179386"/>
              <a:chOff x="3525838" y="4135438"/>
              <a:chExt cx="649288" cy="179388"/>
            </a:xfrm>
          </p:grpSpPr>
          <p:sp>
            <p:nvSpPr>
              <p:cNvPr id="1664" name="Google Shape;1664;p141"/>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5" name="Google Shape;1665;p141"/>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6" name="Google Shape;1666;p141"/>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67" name="Google Shape;1667;p141"/>
            <p:cNvGrpSpPr/>
            <p:nvPr/>
          </p:nvGrpSpPr>
          <p:grpSpPr>
            <a:xfrm rot="10800000">
              <a:off x="-726099" y="158635"/>
              <a:ext cx="2153797" cy="455895"/>
              <a:chOff x="4630756" y="1700569"/>
              <a:chExt cx="2153797" cy="455895"/>
            </a:xfrm>
          </p:grpSpPr>
          <p:sp>
            <p:nvSpPr>
              <p:cNvPr id="1668" name="Google Shape;1668;p141"/>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9" name="Google Shape;1669;p141"/>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0" name="Google Shape;1670;p141"/>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71" name="Google Shape;1671;p141"/>
            <p:cNvGrpSpPr/>
            <p:nvPr/>
          </p:nvGrpSpPr>
          <p:grpSpPr>
            <a:xfrm rot="-8100000">
              <a:off x="8570647" y="4355500"/>
              <a:ext cx="2153776" cy="455797"/>
              <a:chOff x="4886735" y="1558927"/>
              <a:chExt cx="2153797" cy="455801"/>
            </a:xfrm>
          </p:grpSpPr>
          <p:sp>
            <p:nvSpPr>
              <p:cNvPr id="1672" name="Google Shape;1672;p141"/>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3" name="Google Shape;1673;p141"/>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4" name="Google Shape;1674;p141"/>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75" name="Google Shape;1675;p141"/>
            <p:cNvGrpSpPr/>
            <p:nvPr/>
          </p:nvGrpSpPr>
          <p:grpSpPr>
            <a:xfrm rot="10800000">
              <a:off x="8635448" y="1195445"/>
              <a:ext cx="1017112" cy="1274803"/>
              <a:chOff x="3406775" y="1971675"/>
              <a:chExt cx="946151" cy="1185863"/>
            </a:xfrm>
          </p:grpSpPr>
          <p:sp>
            <p:nvSpPr>
              <p:cNvPr id="1676" name="Google Shape;1676;p141"/>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7" name="Google Shape;1677;p141"/>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8" name="Google Shape;1678;p141"/>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79" name="Google Shape;1679;p141"/>
            <p:cNvGrpSpPr/>
            <p:nvPr/>
          </p:nvGrpSpPr>
          <p:grpSpPr>
            <a:xfrm rot="10800000">
              <a:off x="7989245" y="-681169"/>
              <a:ext cx="855055" cy="686105"/>
              <a:chOff x="3524250" y="2062163"/>
              <a:chExt cx="795400" cy="638237"/>
            </a:xfrm>
          </p:grpSpPr>
          <p:sp>
            <p:nvSpPr>
              <p:cNvPr id="1680" name="Google Shape;1680;p141"/>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1" name="Google Shape;1681;p141"/>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2" name="Google Shape;1682;p141"/>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83" name="Google Shape;1683;p141"/>
            <p:cNvGrpSpPr/>
            <p:nvPr/>
          </p:nvGrpSpPr>
          <p:grpSpPr>
            <a:xfrm rot="9900119">
              <a:off x="-934372" y="1901883"/>
              <a:ext cx="1868723" cy="1646861"/>
              <a:chOff x="2757488" y="0"/>
              <a:chExt cx="1738314" cy="1531934"/>
            </a:xfrm>
          </p:grpSpPr>
          <p:sp>
            <p:nvSpPr>
              <p:cNvPr id="1684" name="Google Shape;1684;p141"/>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5" name="Google Shape;1685;p141"/>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6" name="Google Shape;1686;p141"/>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CUSTOM_1_1_1_1_1_1_1_1_1_1_1_1_1">
    <p:spTree>
      <p:nvGrpSpPr>
        <p:cNvPr id="1687" name="Shape 1687"/>
        <p:cNvGrpSpPr/>
        <p:nvPr/>
      </p:nvGrpSpPr>
      <p:grpSpPr>
        <a:xfrm>
          <a:off x="0" y="0"/>
          <a:ext cx="0" cy="0"/>
          <a:chOff x="0" y="0"/>
          <a:chExt cx="0" cy="0"/>
        </a:xfrm>
      </p:grpSpPr>
      <p:pic>
        <p:nvPicPr>
          <p:cNvPr id="1688" name="Google Shape;1688;p142"/>
          <p:cNvPicPr preferRelativeResize="0"/>
          <p:nvPr/>
        </p:nvPicPr>
        <p:blipFill rotWithShape="1">
          <a:blip r:embed="rId2">
            <a:alphaModFix/>
          </a:blip>
          <a:srcRect b="8581" l="475" r="463" t="8581"/>
          <a:stretch/>
        </p:blipFill>
        <p:spPr>
          <a:xfrm>
            <a:off x="375" y="0"/>
            <a:ext cx="9144000" cy="5143500"/>
          </a:xfrm>
          <a:prstGeom prst="rect">
            <a:avLst/>
          </a:prstGeom>
          <a:noFill/>
          <a:ln>
            <a:noFill/>
          </a:ln>
        </p:spPr>
      </p:pic>
      <p:sp>
        <p:nvSpPr>
          <p:cNvPr id="1689" name="Google Shape;1689;p142"/>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690" name="Google Shape;1690;p142"/>
          <p:cNvGrpSpPr/>
          <p:nvPr/>
        </p:nvGrpSpPr>
        <p:grpSpPr>
          <a:xfrm>
            <a:off x="8570218" y="973554"/>
            <a:ext cx="616859" cy="614803"/>
            <a:chOff x="2588041" y="-11077"/>
            <a:chExt cx="511959" cy="510252"/>
          </a:xfrm>
        </p:grpSpPr>
        <p:cxnSp>
          <p:nvCxnSpPr>
            <p:cNvPr id="1691" name="Google Shape;1691;p14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692" name="Google Shape;1692;p14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3" name="Google Shape;1693;p14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94" name="Google Shape;1694;p142"/>
          <p:cNvGrpSpPr/>
          <p:nvPr/>
        </p:nvGrpSpPr>
        <p:grpSpPr>
          <a:xfrm rot="2700000">
            <a:off x="8871012" y="4513813"/>
            <a:ext cx="649282" cy="179386"/>
            <a:chOff x="3525838" y="4135438"/>
            <a:chExt cx="649288" cy="179388"/>
          </a:xfrm>
        </p:grpSpPr>
        <p:sp>
          <p:nvSpPr>
            <p:cNvPr id="1695" name="Google Shape;1695;p142"/>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6" name="Google Shape;1696;p142"/>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7" name="Google Shape;1697;p142"/>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98" name="Google Shape;1698;p142"/>
          <p:cNvGrpSpPr/>
          <p:nvPr/>
        </p:nvGrpSpPr>
        <p:grpSpPr>
          <a:xfrm>
            <a:off x="8328612" y="4375547"/>
            <a:ext cx="2153797" cy="455895"/>
            <a:chOff x="4630756" y="1700569"/>
            <a:chExt cx="2153797" cy="455895"/>
          </a:xfrm>
        </p:grpSpPr>
        <p:sp>
          <p:nvSpPr>
            <p:cNvPr id="1699" name="Google Shape;1699;p142"/>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0" name="Google Shape;1700;p142"/>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1" name="Google Shape;1701;p142"/>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02" name="Google Shape;1702;p142"/>
          <p:cNvGrpSpPr/>
          <p:nvPr/>
        </p:nvGrpSpPr>
        <p:grpSpPr>
          <a:xfrm rot="2700000">
            <a:off x="-880364" y="312106"/>
            <a:ext cx="2153776" cy="455797"/>
            <a:chOff x="4886735" y="1558927"/>
            <a:chExt cx="2153797" cy="455801"/>
          </a:xfrm>
        </p:grpSpPr>
        <p:sp>
          <p:nvSpPr>
            <p:cNvPr id="1703" name="Google Shape;1703;p142"/>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4" name="Google Shape;1704;p142"/>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5" name="Google Shape;1705;p142"/>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06" name="Google Shape;1706;p142"/>
          <p:cNvGrpSpPr/>
          <p:nvPr/>
        </p:nvGrpSpPr>
        <p:grpSpPr>
          <a:xfrm>
            <a:off x="-195601" y="3701330"/>
            <a:ext cx="1017112" cy="1274803"/>
            <a:chOff x="3406775" y="1971675"/>
            <a:chExt cx="946151" cy="1185863"/>
          </a:xfrm>
        </p:grpSpPr>
        <p:sp>
          <p:nvSpPr>
            <p:cNvPr id="1707" name="Google Shape;1707;p14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8" name="Google Shape;1708;p14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9" name="Google Shape;1709;p14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10" name="Google Shape;1710;p142"/>
          <p:cNvGrpSpPr/>
          <p:nvPr/>
        </p:nvGrpSpPr>
        <p:grpSpPr>
          <a:xfrm>
            <a:off x="999759" y="4819917"/>
            <a:ext cx="855055" cy="686105"/>
            <a:chOff x="3524250" y="2062163"/>
            <a:chExt cx="795400" cy="638237"/>
          </a:xfrm>
        </p:grpSpPr>
        <p:sp>
          <p:nvSpPr>
            <p:cNvPr id="1711" name="Google Shape;1711;p142"/>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2" name="Google Shape;1712;p142"/>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3" name="Google Shape;1713;p142"/>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14" name="Google Shape;1714;p142"/>
          <p:cNvGrpSpPr/>
          <p:nvPr/>
        </p:nvGrpSpPr>
        <p:grpSpPr>
          <a:xfrm rot="-899881">
            <a:off x="7834608" y="3182471"/>
            <a:ext cx="1868723" cy="1646861"/>
            <a:chOff x="2757488" y="0"/>
            <a:chExt cx="1738314" cy="1531934"/>
          </a:xfrm>
        </p:grpSpPr>
        <p:sp>
          <p:nvSpPr>
            <p:cNvPr id="1715" name="Google Shape;1715;p142"/>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6" name="Google Shape;1716;p142"/>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7" name="Google Shape;1717;p142"/>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2">
  <p:cSld name="CUSTOM_1_1_1_1_1_1_1_1_1_1_1_1_1_1">
    <p:spTree>
      <p:nvGrpSpPr>
        <p:cNvPr id="1718" name="Shape 1718"/>
        <p:cNvGrpSpPr/>
        <p:nvPr/>
      </p:nvGrpSpPr>
      <p:grpSpPr>
        <a:xfrm>
          <a:off x="0" y="0"/>
          <a:ext cx="0" cy="0"/>
          <a:chOff x="0" y="0"/>
          <a:chExt cx="0" cy="0"/>
        </a:xfrm>
      </p:grpSpPr>
      <p:pic>
        <p:nvPicPr>
          <p:cNvPr id="1719" name="Google Shape;1719;p143"/>
          <p:cNvPicPr preferRelativeResize="0"/>
          <p:nvPr/>
        </p:nvPicPr>
        <p:blipFill rotWithShape="1">
          <a:blip r:embed="rId2">
            <a:alphaModFix/>
          </a:blip>
          <a:srcRect b="8581" l="901" r="1038" t="8581"/>
          <a:stretch/>
        </p:blipFill>
        <p:spPr>
          <a:xfrm rot="10800000">
            <a:off x="10975" y="-1"/>
            <a:ext cx="9135450" cy="5143500"/>
          </a:xfrm>
          <a:prstGeom prst="rect">
            <a:avLst/>
          </a:prstGeom>
          <a:noFill/>
          <a:ln>
            <a:noFill/>
          </a:ln>
        </p:spPr>
      </p:pic>
      <p:sp>
        <p:nvSpPr>
          <p:cNvPr id="1720" name="Google Shape;1720;p143"/>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721" name="Google Shape;1721;p143"/>
          <p:cNvGrpSpPr/>
          <p:nvPr/>
        </p:nvGrpSpPr>
        <p:grpSpPr>
          <a:xfrm rot="8100000">
            <a:off x="45954" y="251706"/>
            <a:ext cx="649282" cy="179386"/>
            <a:chOff x="3525838" y="4135438"/>
            <a:chExt cx="649288" cy="179388"/>
          </a:xfrm>
        </p:grpSpPr>
        <p:sp>
          <p:nvSpPr>
            <p:cNvPr id="1722" name="Google Shape;1722;p143"/>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3" name="Google Shape;1723;p143"/>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4" name="Google Shape;1724;p143"/>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25" name="Google Shape;1725;p143"/>
          <p:cNvGrpSpPr/>
          <p:nvPr/>
        </p:nvGrpSpPr>
        <p:grpSpPr>
          <a:xfrm rot="5400000">
            <a:off x="-706292" y="312057"/>
            <a:ext cx="2153797" cy="455895"/>
            <a:chOff x="4630756" y="1700569"/>
            <a:chExt cx="2153797" cy="455895"/>
          </a:xfrm>
        </p:grpSpPr>
        <p:sp>
          <p:nvSpPr>
            <p:cNvPr id="1726" name="Google Shape;1726;p143"/>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7" name="Google Shape;1727;p143"/>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8" name="Google Shape;1728;p143"/>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29" name="Google Shape;1729;p143"/>
          <p:cNvGrpSpPr/>
          <p:nvPr/>
        </p:nvGrpSpPr>
        <p:grpSpPr>
          <a:xfrm>
            <a:off x="7595147" y="94763"/>
            <a:ext cx="1017112" cy="1274803"/>
            <a:chOff x="3406775" y="1971675"/>
            <a:chExt cx="946151" cy="1185863"/>
          </a:xfrm>
        </p:grpSpPr>
        <p:sp>
          <p:nvSpPr>
            <p:cNvPr id="1730" name="Google Shape;1730;p143"/>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1" name="Google Shape;1731;p143"/>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2" name="Google Shape;1732;p143"/>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33" name="Google Shape;1733;p143"/>
          <p:cNvGrpSpPr/>
          <p:nvPr/>
        </p:nvGrpSpPr>
        <p:grpSpPr>
          <a:xfrm>
            <a:off x="7184820" y="46674"/>
            <a:ext cx="2153797" cy="455801"/>
            <a:chOff x="4886735" y="1558927"/>
            <a:chExt cx="2153797" cy="455801"/>
          </a:xfrm>
        </p:grpSpPr>
        <p:sp>
          <p:nvSpPr>
            <p:cNvPr id="1734" name="Google Shape;1734;p143"/>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5" name="Google Shape;1735;p143"/>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6" name="Google Shape;1736;p143"/>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37" name="Google Shape;1737;p143"/>
          <p:cNvGrpSpPr/>
          <p:nvPr/>
        </p:nvGrpSpPr>
        <p:grpSpPr>
          <a:xfrm rot="10800000">
            <a:off x="5463005" y="4824575"/>
            <a:ext cx="1868687" cy="1646829"/>
            <a:chOff x="2757488" y="0"/>
            <a:chExt cx="1738314" cy="1531934"/>
          </a:xfrm>
        </p:grpSpPr>
        <p:sp>
          <p:nvSpPr>
            <p:cNvPr id="1738" name="Google Shape;1738;p143"/>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9" name="Google Shape;1739;p143"/>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0" name="Google Shape;1740;p143"/>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41" name="Google Shape;1741;p143"/>
          <p:cNvGrpSpPr/>
          <p:nvPr/>
        </p:nvGrpSpPr>
        <p:grpSpPr>
          <a:xfrm rot="-8100000">
            <a:off x="2420546" y="3798173"/>
            <a:ext cx="1631389" cy="2146716"/>
            <a:chOff x="987425" y="941388"/>
            <a:chExt cx="1517651" cy="1997050"/>
          </a:xfrm>
        </p:grpSpPr>
        <p:sp>
          <p:nvSpPr>
            <p:cNvPr id="1742" name="Google Shape;1742;p143"/>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3" name="Google Shape;1743;p143"/>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4" name="Google Shape;1744;p143"/>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745" name="Shape 1745"/>
        <p:cNvGrpSpPr/>
        <p:nvPr/>
      </p:nvGrpSpPr>
      <p:grpSpPr>
        <a:xfrm>
          <a:off x="0" y="0"/>
          <a:ext cx="0" cy="0"/>
          <a:chOff x="0" y="0"/>
          <a:chExt cx="0" cy="0"/>
        </a:xfrm>
      </p:grpSpPr>
      <p:pic>
        <p:nvPicPr>
          <p:cNvPr id="1746" name="Google Shape;1746;p144"/>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747" name="Google Shape;1747;p144"/>
          <p:cNvSpPr txBox="1"/>
          <p:nvPr>
            <p:ph type="title"/>
          </p:nvPr>
        </p:nvSpPr>
        <p:spPr>
          <a:xfrm>
            <a:off x="4291600" y="3092825"/>
            <a:ext cx="3312300" cy="6063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748" name="Google Shape;1748;p144"/>
          <p:cNvSpPr txBox="1"/>
          <p:nvPr>
            <p:ph idx="1" type="subTitle"/>
          </p:nvPr>
        </p:nvSpPr>
        <p:spPr>
          <a:xfrm>
            <a:off x="1458125" y="1352525"/>
            <a:ext cx="6227700" cy="1740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grpSp>
        <p:nvGrpSpPr>
          <p:cNvPr id="1749" name="Google Shape;1749;p144"/>
          <p:cNvGrpSpPr/>
          <p:nvPr/>
        </p:nvGrpSpPr>
        <p:grpSpPr>
          <a:xfrm>
            <a:off x="-427522" y="-603137"/>
            <a:ext cx="10187295" cy="5933965"/>
            <a:chOff x="-427522" y="-603137"/>
            <a:chExt cx="10187295" cy="5933965"/>
          </a:xfrm>
        </p:grpSpPr>
        <p:grpSp>
          <p:nvGrpSpPr>
            <p:cNvPr id="1750" name="Google Shape;1750;p144"/>
            <p:cNvGrpSpPr/>
            <p:nvPr/>
          </p:nvGrpSpPr>
          <p:grpSpPr>
            <a:xfrm rot="-2700000">
              <a:off x="8637016" y="4371926"/>
              <a:ext cx="649282" cy="179386"/>
              <a:chOff x="3525838" y="4135438"/>
              <a:chExt cx="649288" cy="179388"/>
            </a:xfrm>
          </p:grpSpPr>
          <p:sp>
            <p:nvSpPr>
              <p:cNvPr id="1751" name="Google Shape;1751;p144"/>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2" name="Google Shape;1752;p144"/>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3" name="Google Shape;1753;p144"/>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54" name="Google Shape;1754;p144"/>
            <p:cNvGrpSpPr/>
            <p:nvPr/>
          </p:nvGrpSpPr>
          <p:grpSpPr>
            <a:xfrm rot="-5400000">
              <a:off x="7657922" y="3936065"/>
              <a:ext cx="2153797" cy="455895"/>
              <a:chOff x="4630756" y="1700569"/>
              <a:chExt cx="2153797" cy="455895"/>
            </a:xfrm>
          </p:grpSpPr>
          <p:sp>
            <p:nvSpPr>
              <p:cNvPr id="1755" name="Google Shape;1755;p144"/>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6" name="Google Shape;1756;p144"/>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7" name="Google Shape;1757;p144"/>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58" name="Google Shape;1758;p144"/>
            <p:cNvGrpSpPr/>
            <p:nvPr/>
          </p:nvGrpSpPr>
          <p:grpSpPr>
            <a:xfrm rot="10800000">
              <a:off x="719992" y="3966089"/>
              <a:ext cx="1017112" cy="1274803"/>
              <a:chOff x="3406775" y="1971675"/>
              <a:chExt cx="946151" cy="1185863"/>
            </a:xfrm>
          </p:grpSpPr>
          <p:sp>
            <p:nvSpPr>
              <p:cNvPr id="1759" name="Google Shape;1759;p14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0" name="Google Shape;1760;p14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1" name="Google Shape;1761;p14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62" name="Google Shape;1762;p144"/>
            <p:cNvGrpSpPr/>
            <p:nvPr/>
          </p:nvGrpSpPr>
          <p:grpSpPr>
            <a:xfrm rot="10800000">
              <a:off x="-6365" y="4875027"/>
              <a:ext cx="2153797" cy="455801"/>
              <a:chOff x="4886735" y="1558927"/>
              <a:chExt cx="2153797" cy="455801"/>
            </a:xfrm>
          </p:grpSpPr>
          <p:sp>
            <p:nvSpPr>
              <p:cNvPr id="1763" name="Google Shape;1763;p144"/>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4" name="Google Shape;1764;p144"/>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5" name="Google Shape;1765;p144"/>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66" name="Google Shape;1766;p144"/>
            <p:cNvGrpSpPr/>
            <p:nvPr/>
          </p:nvGrpSpPr>
          <p:grpSpPr>
            <a:xfrm>
              <a:off x="136184" y="-603137"/>
              <a:ext cx="1868687" cy="1646829"/>
              <a:chOff x="2757488" y="0"/>
              <a:chExt cx="1738314" cy="1531934"/>
            </a:xfrm>
          </p:grpSpPr>
          <p:sp>
            <p:nvSpPr>
              <p:cNvPr id="1767" name="Google Shape;1767;p144"/>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8" name="Google Shape;1768;p144"/>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9" name="Google Shape;1769;p144"/>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70" name="Google Shape;1770;p144"/>
            <p:cNvGrpSpPr/>
            <p:nvPr/>
          </p:nvGrpSpPr>
          <p:grpSpPr>
            <a:xfrm>
              <a:off x="-427522" y="2616301"/>
              <a:ext cx="855055" cy="686105"/>
              <a:chOff x="3524250" y="2062163"/>
              <a:chExt cx="795400" cy="638237"/>
            </a:xfrm>
          </p:grpSpPr>
          <p:sp>
            <p:nvSpPr>
              <p:cNvPr id="1771" name="Google Shape;1771;p144"/>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2" name="Google Shape;1772;p144"/>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3" name="Google Shape;1773;p144"/>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74" name="Google Shape;1774;p144"/>
            <p:cNvGrpSpPr/>
            <p:nvPr/>
          </p:nvGrpSpPr>
          <p:grpSpPr>
            <a:xfrm rot="2700000">
              <a:off x="7608317" y="-91360"/>
              <a:ext cx="1631389" cy="2146716"/>
              <a:chOff x="987425" y="941388"/>
              <a:chExt cx="1517651" cy="1997050"/>
            </a:xfrm>
          </p:grpSpPr>
          <p:sp>
            <p:nvSpPr>
              <p:cNvPr id="1775" name="Google Shape;1775;p144"/>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6" name="Google Shape;1776;p144"/>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7" name="Google Shape;1777;p144"/>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2_1">
    <p:spTree>
      <p:nvGrpSpPr>
        <p:cNvPr id="1778" name="Shape 1778"/>
        <p:cNvGrpSpPr/>
        <p:nvPr/>
      </p:nvGrpSpPr>
      <p:grpSpPr>
        <a:xfrm>
          <a:off x="0" y="0"/>
          <a:ext cx="0" cy="0"/>
          <a:chOff x="0" y="0"/>
          <a:chExt cx="0" cy="0"/>
        </a:xfrm>
      </p:grpSpPr>
      <p:pic>
        <p:nvPicPr>
          <p:cNvPr id="1779" name="Google Shape;1779;p145"/>
          <p:cNvPicPr preferRelativeResize="0"/>
          <p:nvPr/>
        </p:nvPicPr>
        <p:blipFill rotWithShape="1">
          <a:blip r:embed="rId2">
            <a:alphaModFix/>
          </a:blip>
          <a:srcRect b="8761" l="901" r="1038" t="8579"/>
          <a:stretch/>
        </p:blipFill>
        <p:spPr>
          <a:xfrm>
            <a:off x="10975" y="10973"/>
            <a:ext cx="9135450" cy="5132527"/>
          </a:xfrm>
          <a:prstGeom prst="rect">
            <a:avLst/>
          </a:prstGeom>
          <a:noFill/>
          <a:ln>
            <a:noFill/>
          </a:ln>
        </p:spPr>
      </p:pic>
      <p:sp>
        <p:nvSpPr>
          <p:cNvPr id="1780" name="Google Shape;1780;p145"/>
          <p:cNvSpPr txBox="1"/>
          <p:nvPr>
            <p:ph idx="1" type="subTitle"/>
          </p:nvPr>
        </p:nvSpPr>
        <p:spPr>
          <a:xfrm>
            <a:off x="720000" y="3075925"/>
            <a:ext cx="3852000" cy="933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81" name="Google Shape;1781;p145"/>
          <p:cNvSpPr txBox="1"/>
          <p:nvPr>
            <p:ph type="title"/>
          </p:nvPr>
        </p:nvSpPr>
        <p:spPr>
          <a:xfrm>
            <a:off x="720000" y="1133675"/>
            <a:ext cx="4372200" cy="1602600"/>
          </a:xfrm>
          <a:prstGeom prst="rect">
            <a:avLst/>
          </a:prstGeom>
          <a:noFill/>
          <a:ln>
            <a:noFill/>
          </a:ln>
          <a:effectLst>
            <a:outerShdw blurRad="85725" rotWithShape="0" algn="bl" dist="19050">
              <a:schemeClr val="lt2"/>
            </a:outerShdw>
          </a:effectLst>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1782" name="Google Shape;1782;p145"/>
          <p:cNvGrpSpPr/>
          <p:nvPr/>
        </p:nvGrpSpPr>
        <p:grpSpPr>
          <a:xfrm>
            <a:off x="-487922" y="34910"/>
            <a:ext cx="10288243" cy="5641433"/>
            <a:chOff x="-487922" y="34910"/>
            <a:chExt cx="10288243" cy="5641433"/>
          </a:xfrm>
        </p:grpSpPr>
        <p:grpSp>
          <p:nvGrpSpPr>
            <p:cNvPr id="1783" name="Google Shape;1783;p145"/>
            <p:cNvGrpSpPr/>
            <p:nvPr/>
          </p:nvGrpSpPr>
          <p:grpSpPr>
            <a:xfrm rot="-2700000">
              <a:off x="636876" y="4501638"/>
              <a:ext cx="616864" cy="614808"/>
              <a:chOff x="2588041" y="-11077"/>
              <a:chExt cx="511959" cy="510252"/>
            </a:xfrm>
          </p:grpSpPr>
          <p:cxnSp>
            <p:nvCxnSpPr>
              <p:cNvPr id="1784" name="Google Shape;1784;p145"/>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785" name="Google Shape;1785;p145"/>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6" name="Google Shape;1786;p145"/>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87" name="Google Shape;1787;p145"/>
            <p:cNvGrpSpPr/>
            <p:nvPr/>
          </p:nvGrpSpPr>
          <p:grpSpPr>
            <a:xfrm>
              <a:off x="-487922" y="4029513"/>
              <a:ext cx="1868687" cy="1646829"/>
              <a:chOff x="2757488" y="0"/>
              <a:chExt cx="1738314" cy="1531934"/>
            </a:xfrm>
          </p:grpSpPr>
          <p:sp>
            <p:nvSpPr>
              <p:cNvPr id="1788" name="Google Shape;1788;p145"/>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9" name="Google Shape;1789;p145"/>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0" name="Google Shape;1790;p145"/>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91" name="Google Shape;1791;p145"/>
            <p:cNvGrpSpPr/>
            <p:nvPr/>
          </p:nvGrpSpPr>
          <p:grpSpPr>
            <a:xfrm rot="-5400000">
              <a:off x="7998786" y="2498786"/>
              <a:ext cx="1868687" cy="1734383"/>
              <a:chOff x="2757488" y="-111604"/>
              <a:chExt cx="1738314" cy="1613379"/>
            </a:xfrm>
          </p:grpSpPr>
          <p:sp>
            <p:nvSpPr>
              <p:cNvPr id="1792" name="Google Shape;1792;p145"/>
              <p:cNvSpPr/>
              <p:nvPr/>
            </p:nvSpPr>
            <p:spPr>
              <a:xfrm>
                <a:off x="2786063" y="-111604"/>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med" w="med" type="oval"/>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3" name="Google Shape;1793;p145"/>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94" name="Google Shape;1794;p145"/>
            <p:cNvGrpSpPr/>
            <p:nvPr/>
          </p:nvGrpSpPr>
          <p:grpSpPr>
            <a:xfrm>
              <a:off x="8454723" y="2123589"/>
              <a:ext cx="986394" cy="1242377"/>
              <a:chOff x="3435350" y="2001838"/>
              <a:chExt cx="917576" cy="1155700"/>
            </a:xfrm>
          </p:grpSpPr>
          <p:sp>
            <p:nvSpPr>
              <p:cNvPr id="1795" name="Google Shape;1795;p14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med" w="med" type="ova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6" name="Google Shape;1796;p14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797" name="Google Shape;1797;p145"/>
            <p:cNvGrpSpPr/>
            <p:nvPr/>
          </p:nvGrpSpPr>
          <p:grpSpPr>
            <a:xfrm rot="5400000">
              <a:off x="-62133" y="-93936"/>
              <a:ext cx="1017112" cy="1274803"/>
              <a:chOff x="3406775" y="1971675"/>
              <a:chExt cx="946151" cy="1185863"/>
            </a:xfrm>
          </p:grpSpPr>
          <p:sp>
            <p:nvSpPr>
              <p:cNvPr id="1798" name="Google Shape;1798;p14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9" name="Google Shape;1799;p14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0" name="Google Shape;1800;p14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
    <p:spTree>
      <p:nvGrpSpPr>
        <p:cNvPr id="1801" name="Shape 1801"/>
        <p:cNvGrpSpPr/>
        <p:nvPr/>
      </p:nvGrpSpPr>
      <p:grpSpPr>
        <a:xfrm>
          <a:off x="0" y="0"/>
          <a:ext cx="0" cy="0"/>
          <a:chOff x="0" y="0"/>
          <a:chExt cx="0" cy="0"/>
        </a:xfrm>
      </p:grpSpPr>
      <p:pic>
        <p:nvPicPr>
          <p:cNvPr id="1802" name="Google Shape;1802;p146"/>
          <p:cNvPicPr preferRelativeResize="0"/>
          <p:nvPr/>
        </p:nvPicPr>
        <p:blipFill rotWithShape="1">
          <a:blip r:embed="rId2">
            <a:alphaModFix/>
          </a:blip>
          <a:srcRect b="8581" l="1015" r="1154" t="8581"/>
          <a:stretch/>
        </p:blipFill>
        <p:spPr>
          <a:xfrm rot="10800000">
            <a:off x="21925" y="-1"/>
            <a:ext cx="9113550" cy="5143500"/>
          </a:xfrm>
          <a:prstGeom prst="rect">
            <a:avLst/>
          </a:prstGeom>
          <a:noFill/>
          <a:ln>
            <a:noFill/>
          </a:ln>
        </p:spPr>
      </p:pic>
      <p:sp>
        <p:nvSpPr>
          <p:cNvPr id="1803" name="Google Shape;1803;p146"/>
          <p:cNvSpPr txBox="1"/>
          <p:nvPr>
            <p:ph idx="1" type="subTitle"/>
          </p:nvPr>
        </p:nvSpPr>
        <p:spPr>
          <a:xfrm>
            <a:off x="720000" y="2357250"/>
            <a:ext cx="3561600" cy="1248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4" name="Google Shape;1804;p146"/>
          <p:cNvSpPr txBox="1"/>
          <p:nvPr>
            <p:ph type="title"/>
          </p:nvPr>
        </p:nvSpPr>
        <p:spPr>
          <a:xfrm>
            <a:off x="720000" y="1538250"/>
            <a:ext cx="3561600" cy="8190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1805" name="Google Shape;1805;p146"/>
          <p:cNvGrpSpPr/>
          <p:nvPr/>
        </p:nvGrpSpPr>
        <p:grpSpPr>
          <a:xfrm>
            <a:off x="-472692" y="-1073410"/>
            <a:ext cx="10171492" cy="7179483"/>
            <a:chOff x="-472692" y="-1073410"/>
            <a:chExt cx="10171492" cy="7179483"/>
          </a:xfrm>
        </p:grpSpPr>
        <p:grpSp>
          <p:nvGrpSpPr>
            <p:cNvPr id="1806" name="Google Shape;1806;p146"/>
            <p:cNvGrpSpPr/>
            <p:nvPr/>
          </p:nvGrpSpPr>
          <p:grpSpPr>
            <a:xfrm rot="10800000">
              <a:off x="6665805" y="-1073410"/>
              <a:ext cx="1631475" cy="2146829"/>
              <a:chOff x="987425" y="941388"/>
              <a:chExt cx="1517651" cy="1997050"/>
            </a:xfrm>
          </p:grpSpPr>
          <p:sp>
            <p:nvSpPr>
              <p:cNvPr id="1807" name="Google Shape;1807;p146"/>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8" name="Google Shape;1808;p146"/>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9" name="Google Shape;1809;p146"/>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10" name="Google Shape;1810;p146"/>
            <p:cNvGrpSpPr/>
            <p:nvPr/>
          </p:nvGrpSpPr>
          <p:grpSpPr>
            <a:xfrm>
              <a:off x="-215008" y="-271343"/>
              <a:ext cx="1017112" cy="1274803"/>
              <a:chOff x="3125252" y="932210"/>
              <a:chExt cx="946151" cy="1185863"/>
            </a:xfrm>
          </p:grpSpPr>
          <p:sp>
            <p:nvSpPr>
              <p:cNvPr id="1811" name="Google Shape;1811;p146"/>
              <p:cNvSpPr/>
              <p:nvPr/>
            </p:nvSpPr>
            <p:spPr>
              <a:xfrm>
                <a:off x="3153827" y="962373"/>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2" name="Google Shape;1812;p146"/>
              <p:cNvSpPr/>
              <p:nvPr/>
            </p:nvSpPr>
            <p:spPr>
              <a:xfrm>
                <a:off x="4006315" y="2052985"/>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3" name="Google Shape;1813;p146"/>
              <p:cNvSpPr/>
              <p:nvPr/>
            </p:nvSpPr>
            <p:spPr>
              <a:xfrm>
                <a:off x="3125252" y="93221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14" name="Google Shape;1814;p146"/>
            <p:cNvGrpSpPr/>
            <p:nvPr/>
          </p:nvGrpSpPr>
          <p:grpSpPr>
            <a:xfrm rot="5400000">
              <a:off x="-343846" y="3904620"/>
              <a:ext cx="1017112" cy="1274803"/>
              <a:chOff x="3956856" y="1542233"/>
              <a:chExt cx="946151" cy="1185863"/>
            </a:xfrm>
          </p:grpSpPr>
          <p:sp>
            <p:nvSpPr>
              <p:cNvPr id="1815" name="Google Shape;1815;p146"/>
              <p:cNvSpPr/>
              <p:nvPr/>
            </p:nvSpPr>
            <p:spPr>
              <a:xfrm>
                <a:off x="3985431" y="1572396"/>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6" name="Google Shape;1816;p146"/>
              <p:cNvSpPr/>
              <p:nvPr/>
            </p:nvSpPr>
            <p:spPr>
              <a:xfrm>
                <a:off x="4837919" y="2663008"/>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7" name="Google Shape;1817;p146"/>
              <p:cNvSpPr/>
              <p:nvPr/>
            </p:nvSpPr>
            <p:spPr>
              <a:xfrm>
                <a:off x="3956856" y="1542233"/>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18" name="Google Shape;1818;p146"/>
            <p:cNvGrpSpPr/>
            <p:nvPr/>
          </p:nvGrpSpPr>
          <p:grpSpPr>
            <a:xfrm rot="10800000">
              <a:off x="7830113" y="4459244"/>
              <a:ext cx="1868687" cy="1646829"/>
              <a:chOff x="2757488" y="0"/>
              <a:chExt cx="1738314" cy="1531934"/>
            </a:xfrm>
          </p:grpSpPr>
          <p:sp>
            <p:nvSpPr>
              <p:cNvPr id="1819" name="Google Shape;1819;p146"/>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0" name="Google Shape;1820;p146"/>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1" name="Google Shape;1821;p146"/>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22" name="Google Shape;1822;p146"/>
            <p:cNvGrpSpPr/>
            <p:nvPr/>
          </p:nvGrpSpPr>
          <p:grpSpPr>
            <a:xfrm rot="-2700000">
              <a:off x="4144235" y="4603585"/>
              <a:ext cx="855010" cy="686069"/>
              <a:chOff x="3524250" y="2062163"/>
              <a:chExt cx="795400" cy="638237"/>
            </a:xfrm>
          </p:grpSpPr>
          <p:sp>
            <p:nvSpPr>
              <p:cNvPr id="1823" name="Google Shape;1823;p146"/>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4" name="Google Shape;1824;p146"/>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5" name="Google Shape;1825;p146"/>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
    <p:spTree>
      <p:nvGrpSpPr>
        <p:cNvPr id="1826" name="Shape 1826"/>
        <p:cNvGrpSpPr/>
        <p:nvPr/>
      </p:nvGrpSpPr>
      <p:grpSpPr>
        <a:xfrm>
          <a:off x="0" y="0"/>
          <a:ext cx="0" cy="0"/>
          <a:chOff x="0" y="0"/>
          <a:chExt cx="0" cy="0"/>
        </a:xfrm>
      </p:grpSpPr>
      <p:pic>
        <p:nvPicPr>
          <p:cNvPr id="1827" name="Google Shape;1827;p147"/>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828" name="Google Shape;1828;p147"/>
          <p:cNvSpPr txBox="1"/>
          <p:nvPr>
            <p:ph idx="1" type="subTitle"/>
          </p:nvPr>
        </p:nvSpPr>
        <p:spPr>
          <a:xfrm>
            <a:off x="4572000" y="2892450"/>
            <a:ext cx="3852000" cy="879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9" name="Google Shape;1829;p147"/>
          <p:cNvSpPr txBox="1"/>
          <p:nvPr>
            <p:ph type="title"/>
          </p:nvPr>
        </p:nvSpPr>
        <p:spPr>
          <a:xfrm>
            <a:off x="4572000" y="2012850"/>
            <a:ext cx="3852000" cy="8796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r">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1830" name="Google Shape;1830;p147"/>
          <p:cNvGrpSpPr/>
          <p:nvPr/>
        </p:nvGrpSpPr>
        <p:grpSpPr>
          <a:xfrm>
            <a:off x="-9" y="-115159"/>
            <a:ext cx="9793887" cy="5486562"/>
            <a:chOff x="-9" y="-115159"/>
            <a:chExt cx="9793887" cy="5486562"/>
          </a:xfrm>
        </p:grpSpPr>
        <p:grpSp>
          <p:nvGrpSpPr>
            <p:cNvPr id="1831" name="Google Shape;1831;p147"/>
            <p:cNvGrpSpPr/>
            <p:nvPr/>
          </p:nvGrpSpPr>
          <p:grpSpPr>
            <a:xfrm rot="10800000">
              <a:off x="8162403" y="2605626"/>
              <a:ext cx="1631475" cy="2146829"/>
              <a:chOff x="987425" y="941388"/>
              <a:chExt cx="1517651" cy="1997050"/>
            </a:xfrm>
          </p:grpSpPr>
          <p:sp>
            <p:nvSpPr>
              <p:cNvPr id="1832" name="Google Shape;1832;p147"/>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3" name="Google Shape;1833;p147"/>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4" name="Google Shape;1834;p147"/>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35" name="Google Shape;1835;p147"/>
            <p:cNvGrpSpPr/>
            <p:nvPr/>
          </p:nvGrpSpPr>
          <p:grpSpPr>
            <a:xfrm rot="-5400000">
              <a:off x="8647914" y="717993"/>
              <a:ext cx="1017112" cy="1274803"/>
              <a:chOff x="3406775" y="1971675"/>
              <a:chExt cx="946151" cy="1185863"/>
            </a:xfrm>
          </p:grpSpPr>
          <p:sp>
            <p:nvSpPr>
              <p:cNvPr id="1836" name="Google Shape;1836;p147"/>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7" name="Google Shape;1837;p147"/>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8" name="Google Shape;1838;p147"/>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39" name="Google Shape;1839;p147"/>
            <p:cNvGrpSpPr/>
            <p:nvPr/>
          </p:nvGrpSpPr>
          <p:grpSpPr>
            <a:xfrm rot="10800000">
              <a:off x="4144962" y="228594"/>
              <a:ext cx="2153797" cy="455801"/>
              <a:chOff x="4886735" y="1330327"/>
              <a:chExt cx="2153797" cy="455801"/>
            </a:xfrm>
          </p:grpSpPr>
          <p:sp>
            <p:nvSpPr>
              <p:cNvPr id="1840" name="Google Shape;1840;p147"/>
              <p:cNvSpPr/>
              <p:nvPr/>
            </p:nvSpPr>
            <p:spPr>
              <a:xfrm>
                <a:off x="4919159" y="13627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1" name="Google Shape;1841;p147"/>
              <p:cNvSpPr/>
              <p:nvPr/>
            </p:nvSpPr>
            <p:spPr>
              <a:xfrm>
                <a:off x="4886735" y="17228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2" name="Google Shape;1842;p147"/>
              <p:cNvSpPr/>
              <p:nvPr/>
            </p:nvSpPr>
            <p:spPr>
              <a:xfrm>
                <a:off x="6977232" y="13303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43" name="Google Shape;1843;p147"/>
            <p:cNvGrpSpPr/>
            <p:nvPr/>
          </p:nvGrpSpPr>
          <p:grpSpPr>
            <a:xfrm rot="-8100000">
              <a:off x="752256" y="4928152"/>
              <a:ext cx="649282" cy="179386"/>
              <a:chOff x="3525838" y="4135438"/>
              <a:chExt cx="649288" cy="179388"/>
            </a:xfrm>
          </p:grpSpPr>
          <p:sp>
            <p:nvSpPr>
              <p:cNvPr id="1844" name="Google Shape;1844;p147"/>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5" name="Google Shape;1845;p147"/>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6" name="Google Shape;1846;p147"/>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47" name="Google Shape;1847;p147"/>
            <p:cNvGrpSpPr/>
            <p:nvPr/>
          </p:nvGrpSpPr>
          <p:grpSpPr>
            <a:xfrm rot="10800000">
              <a:off x="-9" y="4915508"/>
              <a:ext cx="2153797" cy="455895"/>
              <a:chOff x="4630756" y="1700569"/>
              <a:chExt cx="2153797" cy="455895"/>
            </a:xfrm>
          </p:grpSpPr>
          <p:sp>
            <p:nvSpPr>
              <p:cNvPr id="1848" name="Google Shape;1848;p14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9" name="Google Shape;1849;p14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0" name="Google Shape;1850;p14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51" name="Google Shape;1851;p147"/>
            <p:cNvGrpSpPr/>
            <p:nvPr/>
          </p:nvGrpSpPr>
          <p:grpSpPr>
            <a:xfrm rot="-2700000">
              <a:off x="132083" y="2436805"/>
              <a:ext cx="616864" cy="614808"/>
              <a:chOff x="2258735" y="-428690"/>
              <a:chExt cx="511959" cy="510252"/>
            </a:xfrm>
          </p:grpSpPr>
          <p:cxnSp>
            <p:nvCxnSpPr>
              <p:cNvPr id="1852" name="Google Shape;1852;p147"/>
              <p:cNvCxnSpPr/>
              <p:nvPr/>
            </p:nvCxnSpPr>
            <p:spPr>
              <a:xfrm flipH="1">
                <a:off x="2292957" y="-394559"/>
                <a:ext cx="441900" cy="441900"/>
              </a:xfrm>
              <a:prstGeom prst="straightConnector1">
                <a:avLst/>
              </a:prstGeom>
              <a:noFill/>
              <a:ln cap="rnd" cmpd="sng" w="9525">
                <a:solidFill>
                  <a:schemeClr val="dk2"/>
                </a:solidFill>
                <a:prstDash val="solid"/>
                <a:round/>
                <a:headEnd len="sm" w="sm" type="none"/>
                <a:tailEnd len="sm" w="sm" type="none"/>
              </a:ln>
            </p:spPr>
          </p:cxnSp>
          <p:sp>
            <p:nvSpPr>
              <p:cNvPr id="1853" name="Google Shape;1853;p147"/>
              <p:cNvSpPr/>
              <p:nvPr/>
            </p:nvSpPr>
            <p:spPr>
              <a:xfrm>
                <a:off x="2700726" y="-428690"/>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4" name="Google Shape;1854;p147"/>
              <p:cNvSpPr/>
              <p:nvPr/>
            </p:nvSpPr>
            <p:spPr>
              <a:xfrm>
                <a:off x="2258735" y="11594"/>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55" name="Google Shape;1855;p147"/>
            <p:cNvGrpSpPr/>
            <p:nvPr/>
          </p:nvGrpSpPr>
          <p:grpSpPr>
            <a:xfrm rot="10800000">
              <a:off x="649361" y="-115159"/>
              <a:ext cx="855055" cy="686105"/>
              <a:chOff x="3524250" y="2062163"/>
              <a:chExt cx="795400" cy="638237"/>
            </a:xfrm>
          </p:grpSpPr>
          <p:sp>
            <p:nvSpPr>
              <p:cNvPr id="1856" name="Google Shape;1856;p147"/>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7" name="Google Shape;1857;p147"/>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8" name="Google Shape;1858;p147"/>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
    <p:spTree>
      <p:nvGrpSpPr>
        <p:cNvPr id="1859" name="Shape 1859"/>
        <p:cNvGrpSpPr/>
        <p:nvPr/>
      </p:nvGrpSpPr>
      <p:grpSpPr>
        <a:xfrm>
          <a:off x="0" y="0"/>
          <a:ext cx="0" cy="0"/>
          <a:chOff x="0" y="0"/>
          <a:chExt cx="0" cy="0"/>
        </a:xfrm>
      </p:grpSpPr>
      <p:pic>
        <p:nvPicPr>
          <p:cNvPr id="1860" name="Google Shape;1860;p148"/>
          <p:cNvPicPr preferRelativeResize="0"/>
          <p:nvPr/>
        </p:nvPicPr>
        <p:blipFill rotWithShape="1">
          <a:blip r:embed="rId2">
            <a:alphaModFix/>
          </a:blip>
          <a:srcRect b="8581" l="893" r="922" t="8581"/>
          <a:stretch/>
        </p:blipFill>
        <p:spPr>
          <a:xfrm rot="10800000">
            <a:off x="0" y="-1"/>
            <a:ext cx="9146425" cy="5143500"/>
          </a:xfrm>
          <a:prstGeom prst="rect">
            <a:avLst/>
          </a:prstGeom>
          <a:noFill/>
          <a:ln>
            <a:noFill/>
          </a:ln>
        </p:spPr>
      </p:pic>
      <p:sp>
        <p:nvSpPr>
          <p:cNvPr id="1861" name="Google Shape;1861;p148"/>
          <p:cNvSpPr txBox="1"/>
          <p:nvPr>
            <p:ph idx="1" type="subTitle"/>
          </p:nvPr>
        </p:nvSpPr>
        <p:spPr>
          <a:xfrm>
            <a:off x="720000" y="2571750"/>
            <a:ext cx="3852000" cy="7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62" name="Google Shape;1862;p148"/>
          <p:cNvSpPr txBox="1"/>
          <p:nvPr>
            <p:ph type="title"/>
          </p:nvPr>
        </p:nvSpPr>
        <p:spPr>
          <a:xfrm>
            <a:off x="720000" y="1796250"/>
            <a:ext cx="3852000" cy="7755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3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grpSp>
        <p:nvGrpSpPr>
          <p:cNvPr id="1863" name="Google Shape;1863;p148"/>
          <p:cNvGrpSpPr/>
          <p:nvPr/>
        </p:nvGrpSpPr>
        <p:grpSpPr>
          <a:xfrm>
            <a:off x="3028" y="-376717"/>
            <a:ext cx="9445382" cy="6755143"/>
            <a:chOff x="3028" y="-383842"/>
            <a:chExt cx="9445382" cy="6755143"/>
          </a:xfrm>
        </p:grpSpPr>
        <p:grpSp>
          <p:nvGrpSpPr>
            <p:cNvPr id="1864" name="Google Shape;1864;p148"/>
            <p:cNvGrpSpPr/>
            <p:nvPr/>
          </p:nvGrpSpPr>
          <p:grpSpPr>
            <a:xfrm rot="-3600036">
              <a:off x="252929" y="4292026"/>
              <a:ext cx="1901134" cy="1674751"/>
              <a:chOff x="2216875" y="1521803"/>
              <a:chExt cx="1768465" cy="1557880"/>
            </a:xfrm>
          </p:grpSpPr>
          <p:sp>
            <p:nvSpPr>
              <p:cNvPr id="1865" name="Google Shape;1865;p148"/>
              <p:cNvSpPr/>
              <p:nvPr/>
            </p:nvSpPr>
            <p:spPr>
              <a:xfrm>
                <a:off x="2275601" y="1577912"/>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66" name="Google Shape;1866;p148"/>
              <p:cNvSpPr/>
              <p:nvPr/>
            </p:nvSpPr>
            <p:spPr>
              <a:xfrm>
                <a:off x="3807331" y="1521803"/>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67" name="Google Shape;1867;p148"/>
              <p:cNvSpPr/>
              <p:nvPr/>
            </p:nvSpPr>
            <p:spPr>
              <a:xfrm>
                <a:off x="2216875" y="2989199"/>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68" name="Google Shape;1868;p148"/>
            <p:cNvGrpSpPr/>
            <p:nvPr/>
          </p:nvGrpSpPr>
          <p:grpSpPr>
            <a:xfrm>
              <a:off x="7547310" y="3320774"/>
              <a:ext cx="1901100" cy="1663205"/>
              <a:chOff x="2649767" y="-157000"/>
              <a:chExt cx="1768465" cy="1547167"/>
            </a:xfrm>
          </p:grpSpPr>
          <p:sp>
            <p:nvSpPr>
              <p:cNvPr id="1869" name="Google Shape;1869;p148"/>
              <p:cNvSpPr/>
              <p:nvPr/>
            </p:nvSpPr>
            <p:spPr>
              <a:xfrm>
                <a:off x="2708493" y="-111604"/>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0" name="Google Shape;1870;p148"/>
              <p:cNvSpPr/>
              <p:nvPr/>
            </p:nvSpPr>
            <p:spPr>
              <a:xfrm>
                <a:off x="4258445" y="-15700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1" name="Google Shape;1871;p148"/>
              <p:cNvSpPr/>
              <p:nvPr/>
            </p:nvSpPr>
            <p:spPr>
              <a:xfrm>
                <a:off x="2649767" y="1299683"/>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72" name="Google Shape;1872;p148"/>
            <p:cNvGrpSpPr/>
            <p:nvPr/>
          </p:nvGrpSpPr>
          <p:grpSpPr>
            <a:xfrm rot="8100000">
              <a:off x="4063396" y="-210915"/>
              <a:ext cx="1017193" cy="1274904"/>
              <a:chOff x="3406775" y="1971675"/>
              <a:chExt cx="946151" cy="1185863"/>
            </a:xfrm>
          </p:grpSpPr>
          <p:sp>
            <p:nvSpPr>
              <p:cNvPr id="1873" name="Google Shape;1873;p14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4" name="Google Shape;1874;p14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5" name="Google Shape;1875;p14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76" name="Google Shape;1876;p148"/>
            <p:cNvGrpSpPr/>
            <p:nvPr/>
          </p:nvGrpSpPr>
          <p:grpSpPr>
            <a:xfrm>
              <a:off x="8431288" y="1072858"/>
              <a:ext cx="1017112" cy="1274803"/>
              <a:chOff x="3406775" y="1971675"/>
              <a:chExt cx="946151" cy="1185863"/>
            </a:xfrm>
          </p:grpSpPr>
          <p:sp>
            <p:nvSpPr>
              <p:cNvPr id="1877" name="Google Shape;1877;p14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8" name="Google Shape;1878;p14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9" name="Google Shape;1879;p14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80" name="Google Shape;1880;p148"/>
            <p:cNvGrpSpPr/>
            <p:nvPr/>
          </p:nvGrpSpPr>
          <p:grpSpPr>
            <a:xfrm rot="-2700000">
              <a:off x="143768" y="712579"/>
              <a:ext cx="649282" cy="179386"/>
              <a:chOff x="3855954" y="4175107"/>
              <a:chExt cx="649288" cy="179388"/>
            </a:xfrm>
          </p:grpSpPr>
          <p:sp>
            <p:nvSpPr>
              <p:cNvPr id="1881" name="Google Shape;1881;p148"/>
              <p:cNvSpPr/>
              <p:nvPr/>
            </p:nvSpPr>
            <p:spPr>
              <a:xfrm>
                <a:off x="3887704" y="4175107"/>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82" name="Google Shape;1882;p148"/>
              <p:cNvSpPr/>
              <p:nvPr/>
            </p:nvSpPr>
            <p:spPr>
              <a:xfrm>
                <a:off x="3855954" y="4289407"/>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83" name="Google Shape;1883;p148"/>
              <p:cNvSpPr/>
              <p:nvPr/>
            </p:nvSpPr>
            <p:spPr>
              <a:xfrm>
                <a:off x="4440154" y="4229082"/>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884" name="Shape 1884"/>
        <p:cNvGrpSpPr/>
        <p:nvPr/>
      </p:nvGrpSpPr>
      <p:grpSpPr>
        <a:xfrm>
          <a:off x="0" y="0"/>
          <a:ext cx="0" cy="0"/>
          <a:chOff x="0" y="0"/>
          <a:chExt cx="0" cy="0"/>
        </a:xfrm>
      </p:grpSpPr>
      <p:pic>
        <p:nvPicPr>
          <p:cNvPr id="1885" name="Google Shape;1885;p149"/>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1886" name="Google Shape;1886;p149"/>
          <p:cNvSpPr txBox="1"/>
          <p:nvPr>
            <p:ph idx="1" type="subTitle"/>
          </p:nvPr>
        </p:nvSpPr>
        <p:spPr>
          <a:xfrm>
            <a:off x="1290775" y="3375275"/>
            <a:ext cx="2907600" cy="44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887" name="Google Shape;1887;p149"/>
          <p:cNvSpPr txBox="1"/>
          <p:nvPr>
            <p:ph idx="2" type="subTitle"/>
          </p:nvPr>
        </p:nvSpPr>
        <p:spPr>
          <a:xfrm>
            <a:off x="4945650" y="3375275"/>
            <a:ext cx="2907600" cy="44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888" name="Google Shape;1888;p149"/>
          <p:cNvSpPr txBox="1"/>
          <p:nvPr>
            <p:ph idx="3" type="subTitle"/>
          </p:nvPr>
        </p:nvSpPr>
        <p:spPr>
          <a:xfrm>
            <a:off x="1290763" y="3816113"/>
            <a:ext cx="2907600" cy="610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89" name="Google Shape;1889;p149"/>
          <p:cNvSpPr txBox="1"/>
          <p:nvPr>
            <p:ph idx="4" type="subTitle"/>
          </p:nvPr>
        </p:nvSpPr>
        <p:spPr>
          <a:xfrm>
            <a:off x="4945638" y="3816113"/>
            <a:ext cx="2907600" cy="610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90" name="Google Shape;1890;p149"/>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891" name="Google Shape;1891;p149"/>
          <p:cNvGrpSpPr/>
          <p:nvPr/>
        </p:nvGrpSpPr>
        <p:grpSpPr>
          <a:xfrm>
            <a:off x="-540105" y="-195860"/>
            <a:ext cx="9783873" cy="5535210"/>
            <a:chOff x="-540105" y="-195860"/>
            <a:chExt cx="9783873" cy="5535210"/>
          </a:xfrm>
        </p:grpSpPr>
        <p:grpSp>
          <p:nvGrpSpPr>
            <p:cNvPr id="1892" name="Google Shape;1892;p149"/>
            <p:cNvGrpSpPr/>
            <p:nvPr/>
          </p:nvGrpSpPr>
          <p:grpSpPr>
            <a:xfrm rot="899960">
              <a:off x="7197411" y="4858972"/>
              <a:ext cx="649269" cy="179383"/>
              <a:chOff x="3525838" y="4135438"/>
              <a:chExt cx="649288" cy="179388"/>
            </a:xfrm>
          </p:grpSpPr>
          <p:sp>
            <p:nvSpPr>
              <p:cNvPr id="1893" name="Google Shape;1893;p149"/>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4" name="Google Shape;1894;p149"/>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5" name="Google Shape;1895;p149"/>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96" name="Google Shape;1896;p149"/>
            <p:cNvGrpSpPr/>
            <p:nvPr/>
          </p:nvGrpSpPr>
          <p:grpSpPr>
            <a:xfrm rot="-1800044">
              <a:off x="6589337" y="4375556"/>
              <a:ext cx="2153749" cy="455885"/>
              <a:chOff x="4630756" y="1700569"/>
              <a:chExt cx="2153797" cy="455895"/>
            </a:xfrm>
          </p:grpSpPr>
          <p:sp>
            <p:nvSpPr>
              <p:cNvPr id="1897" name="Google Shape;1897;p149"/>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8" name="Google Shape;1898;p149"/>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9" name="Google Shape;1899;p149"/>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00" name="Google Shape;1900;p149"/>
            <p:cNvGrpSpPr/>
            <p:nvPr/>
          </p:nvGrpSpPr>
          <p:grpSpPr>
            <a:xfrm rot="10800000">
              <a:off x="366598" y="3867650"/>
              <a:ext cx="1017112" cy="1274803"/>
              <a:chOff x="3406775" y="1971675"/>
              <a:chExt cx="946151" cy="1185863"/>
            </a:xfrm>
          </p:grpSpPr>
          <p:sp>
            <p:nvSpPr>
              <p:cNvPr id="1901" name="Google Shape;1901;p14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02" name="Google Shape;1902;p14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03" name="Google Shape;1903;p14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04" name="Google Shape;1904;p149"/>
            <p:cNvGrpSpPr/>
            <p:nvPr/>
          </p:nvGrpSpPr>
          <p:grpSpPr>
            <a:xfrm rot="10800000">
              <a:off x="7089971" y="318863"/>
              <a:ext cx="2153797" cy="455801"/>
              <a:chOff x="4886735" y="1558927"/>
              <a:chExt cx="2153797" cy="455801"/>
            </a:xfrm>
          </p:grpSpPr>
          <p:sp>
            <p:nvSpPr>
              <p:cNvPr id="1905" name="Google Shape;1905;p149"/>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06" name="Google Shape;1906;p149"/>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07" name="Google Shape;1907;p149"/>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08" name="Google Shape;1908;p149"/>
            <p:cNvGrpSpPr/>
            <p:nvPr/>
          </p:nvGrpSpPr>
          <p:grpSpPr>
            <a:xfrm rot="6299881">
              <a:off x="-301362" y="-177077"/>
              <a:ext cx="1017132" cy="1274827"/>
              <a:chOff x="3406775" y="1971675"/>
              <a:chExt cx="946151" cy="1185863"/>
            </a:xfrm>
          </p:grpSpPr>
          <p:sp>
            <p:nvSpPr>
              <p:cNvPr id="1909" name="Google Shape;1909;p14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0" name="Google Shape;1910;p14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1" name="Google Shape;1911;p14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12" name="Google Shape;1912;p149"/>
            <p:cNvGrpSpPr/>
            <p:nvPr/>
          </p:nvGrpSpPr>
          <p:grpSpPr>
            <a:xfrm rot="6299881">
              <a:off x="-502953" y="727292"/>
              <a:ext cx="855072" cy="686118"/>
              <a:chOff x="3524250" y="2062163"/>
              <a:chExt cx="795400" cy="638237"/>
            </a:xfrm>
          </p:grpSpPr>
          <p:sp>
            <p:nvSpPr>
              <p:cNvPr id="1913" name="Google Shape;1913;p149"/>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4" name="Google Shape;1914;p149"/>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5" name="Google Shape;1915;p149"/>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16" name="Google Shape;1916;p149"/>
            <p:cNvGrpSpPr/>
            <p:nvPr/>
          </p:nvGrpSpPr>
          <p:grpSpPr>
            <a:xfrm rot="-8100000">
              <a:off x="4263567" y="-67802"/>
              <a:ext cx="616864" cy="614808"/>
              <a:chOff x="2588041" y="-11077"/>
              <a:chExt cx="511959" cy="510252"/>
            </a:xfrm>
          </p:grpSpPr>
          <p:cxnSp>
            <p:nvCxnSpPr>
              <p:cNvPr id="1917" name="Google Shape;1917;p149"/>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1918" name="Google Shape;1918;p149"/>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9" name="Google Shape;1919;p149"/>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920" name="Shape 1920"/>
        <p:cNvGrpSpPr/>
        <p:nvPr/>
      </p:nvGrpSpPr>
      <p:grpSpPr>
        <a:xfrm>
          <a:off x="0" y="0"/>
          <a:ext cx="0" cy="0"/>
          <a:chOff x="0" y="0"/>
          <a:chExt cx="0" cy="0"/>
        </a:xfrm>
      </p:grpSpPr>
      <p:pic>
        <p:nvPicPr>
          <p:cNvPr id="1921" name="Google Shape;1921;p150"/>
          <p:cNvPicPr preferRelativeResize="0"/>
          <p:nvPr/>
        </p:nvPicPr>
        <p:blipFill rotWithShape="1">
          <a:blip r:embed="rId2">
            <a:alphaModFix/>
          </a:blip>
          <a:srcRect b="8581" l="922" r="922" t="8581"/>
          <a:stretch/>
        </p:blipFill>
        <p:spPr>
          <a:xfrm flipH="1" rot="10800000">
            <a:off x="0" y="0"/>
            <a:ext cx="9144000" cy="5143500"/>
          </a:xfrm>
          <a:prstGeom prst="rect">
            <a:avLst/>
          </a:prstGeom>
          <a:noFill/>
          <a:ln>
            <a:noFill/>
          </a:ln>
        </p:spPr>
      </p:pic>
      <p:sp>
        <p:nvSpPr>
          <p:cNvPr id="1922" name="Google Shape;1922;p150"/>
          <p:cNvSpPr txBox="1"/>
          <p:nvPr>
            <p:ph idx="1" type="subTitle"/>
          </p:nvPr>
        </p:nvSpPr>
        <p:spPr>
          <a:xfrm>
            <a:off x="720000" y="2351700"/>
            <a:ext cx="2535900" cy="1001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923" name="Google Shape;1923;p150"/>
          <p:cNvSpPr txBox="1"/>
          <p:nvPr>
            <p:ph idx="2" type="subTitle"/>
          </p:nvPr>
        </p:nvSpPr>
        <p:spPr>
          <a:xfrm>
            <a:off x="5887925" y="2351700"/>
            <a:ext cx="2535900" cy="1001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1924" name="Google Shape;1924;p150"/>
          <p:cNvSpPr txBox="1"/>
          <p:nvPr>
            <p:ph idx="3" type="subTitle"/>
          </p:nvPr>
        </p:nvSpPr>
        <p:spPr>
          <a:xfrm>
            <a:off x="720000" y="3429000"/>
            <a:ext cx="2209500" cy="71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25" name="Google Shape;1925;p150"/>
          <p:cNvSpPr txBox="1"/>
          <p:nvPr>
            <p:ph idx="4" type="subTitle"/>
          </p:nvPr>
        </p:nvSpPr>
        <p:spPr>
          <a:xfrm>
            <a:off x="6214625" y="3429000"/>
            <a:ext cx="2209500" cy="7134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26" name="Google Shape;1926;p150"/>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927" name="Google Shape;1927;p150"/>
          <p:cNvGrpSpPr/>
          <p:nvPr/>
        </p:nvGrpSpPr>
        <p:grpSpPr>
          <a:xfrm rot="2700000">
            <a:off x="4418437" y="5143863"/>
            <a:ext cx="649282" cy="179386"/>
            <a:chOff x="3525838" y="4135438"/>
            <a:chExt cx="649288" cy="179388"/>
          </a:xfrm>
        </p:grpSpPr>
        <p:sp>
          <p:nvSpPr>
            <p:cNvPr id="1928" name="Google Shape;1928;p150"/>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9" name="Google Shape;1929;p150"/>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0" name="Google Shape;1930;p150"/>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31" name="Google Shape;1931;p150"/>
          <p:cNvGrpSpPr/>
          <p:nvPr/>
        </p:nvGrpSpPr>
        <p:grpSpPr>
          <a:xfrm rot="-1800044">
            <a:off x="-745859" y="635328"/>
            <a:ext cx="2153749" cy="455885"/>
            <a:chOff x="4630756" y="1700569"/>
            <a:chExt cx="2153797" cy="455895"/>
          </a:xfrm>
        </p:grpSpPr>
        <p:sp>
          <p:nvSpPr>
            <p:cNvPr id="1932" name="Google Shape;1932;p150"/>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3" name="Google Shape;1933;p150"/>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4" name="Google Shape;1934;p150"/>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35" name="Google Shape;1935;p150"/>
          <p:cNvGrpSpPr/>
          <p:nvPr/>
        </p:nvGrpSpPr>
        <p:grpSpPr>
          <a:xfrm rot="2700000">
            <a:off x="7230561" y="13556"/>
            <a:ext cx="2153776" cy="455797"/>
            <a:chOff x="4886735" y="1558927"/>
            <a:chExt cx="2153797" cy="455801"/>
          </a:xfrm>
        </p:grpSpPr>
        <p:sp>
          <p:nvSpPr>
            <p:cNvPr id="1936" name="Google Shape;1936;p150"/>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7" name="Google Shape;1937;p150"/>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8" name="Google Shape;1938;p150"/>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39" name="Google Shape;1939;p150"/>
          <p:cNvGrpSpPr/>
          <p:nvPr/>
        </p:nvGrpSpPr>
        <p:grpSpPr>
          <a:xfrm>
            <a:off x="256349" y="3877055"/>
            <a:ext cx="1017112" cy="1274803"/>
            <a:chOff x="3406775" y="1971675"/>
            <a:chExt cx="946151" cy="1185863"/>
          </a:xfrm>
        </p:grpSpPr>
        <p:sp>
          <p:nvSpPr>
            <p:cNvPr id="1940" name="Google Shape;1940;p150"/>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1" name="Google Shape;1941;p150"/>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2" name="Google Shape;1942;p150"/>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43" name="Google Shape;1943;p150"/>
          <p:cNvGrpSpPr/>
          <p:nvPr/>
        </p:nvGrpSpPr>
        <p:grpSpPr>
          <a:xfrm>
            <a:off x="3992084" y="4584112"/>
            <a:ext cx="855055" cy="686105"/>
            <a:chOff x="3524250" y="2062163"/>
            <a:chExt cx="795400" cy="638237"/>
          </a:xfrm>
        </p:grpSpPr>
        <p:sp>
          <p:nvSpPr>
            <p:cNvPr id="1944" name="Google Shape;1944;p150"/>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5" name="Google Shape;1945;p150"/>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6" name="Google Shape;1946;p150"/>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47" name="Google Shape;1947;p150"/>
          <p:cNvGrpSpPr/>
          <p:nvPr/>
        </p:nvGrpSpPr>
        <p:grpSpPr>
          <a:xfrm rot="-899881">
            <a:off x="7944283" y="3325046"/>
            <a:ext cx="1868723" cy="1646861"/>
            <a:chOff x="2757488" y="0"/>
            <a:chExt cx="1738314" cy="1531934"/>
          </a:xfrm>
        </p:grpSpPr>
        <p:sp>
          <p:nvSpPr>
            <p:cNvPr id="1948" name="Google Shape;1948;p150"/>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9" name="Google Shape;1949;p150"/>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0" name="Google Shape;1950;p150"/>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_1">
    <p:spTree>
      <p:nvGrpSpPr>
        <p:cNvPr id="1951" name="Shape 1951"/>
        <p:cNvGrpSpPr/>
        <p:nvPr/>
      </p:nvGrpSpPr>
      <p:grpSpPr>
        <a:xfrm>
          <a:off x="0" y="0"/>
          <a:ext cx="0" cy="0"/>
          <a:chOff x="0" y="0"/>
          <a:chExt cx="0" cy="0"/>
        </a:xfrm>
      </p:grpSpPr>
      <p:pic>
        <p:nvPicPr>
          <p:cNvPr id="1952" name="Google Shape;1952;p151"/>
          <p:cNvPicPr preferRelativeResize="0"/>
          <p:nvPr/>
        </p:nvPicPr>
        <p:blipFill rotWithShape="1">
          <a:blip r:embed="rId2">
            <a:alphaModFix/>
          </a:blip>
          <a:srcRect b="8581" l="776" r="922" t="8581"/>
          <a:stretch/>
        </p:blipFill>
        <p:spPr>
          <a:xfrm rot="10800000">
            <a:off x="0" y="-1"/>
            <a:ext cx="9157400" cy="5143500"/>
          </a:xfrm>
          <a:prstGeom prst="rect">
            <a:avLst/>
          </a:prstGeom>
          <a:noFill/>
          <a:ln>
            <a:noFill/>
          </a:ln>
        </p:spPr>
      </p:pic>
      <p:sp>
        <p:nvSpPr>
          <p:cNvPr id="1953" name="Google Shape;1953;p151"/>
          <p:cNvSpPr txBox="1"/>
          <p:nvPr>
            <p:ph type="title"/>
          </p:nvPr>
        </p:nvSpPr>
        <p:spPr>
          <a:xfrm>
            <a:off x="720000" y="540000"/>
            <a:ext cx="7704000" cy="572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54" name="Google Shape;1954;p151"/>
          <p:cNvSpPr txBox="1"/>
          <p:nvPr>
            <p:ph idx="1" type="body"/>
          </p:nvPr>
        </p:nvSpPr>
        <p:spPr>
          <a:xfrm>
            <a:off x="720000" y="1295150"/>
            <a:ext cx="3852000" cy="27507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55" name="Google Shape;1955;p151"/>
          <p:cNvSpPr txBox="1"/>
          <p:nvPr>
            <p:ph idx="2" type="body"/>
          </p:nvPr>
        </p:nvSpPr>
        <p:spPr>
          <a:xfrm>
            <a:off x="4572000" y="1927650"/>
            <a:ext cx="3852000" cy="21186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grpSp>
        <p:nvGrpSpPr>
          <p:cNvPr id="1956" name="Google Shape;1956;p151"/>
          <p:cNvGrpSpPr/>
          <p:nvPr/>
        </p:nvGrpSpPr>
        <p:grpSpPr>
          <a:xfrm rot="9900119">
            <a:off x="105406" y="4817259"/>
            <a:ext cx="1868723" cy="1646861"/>
            <a:chOff x="2757488" y="0"/>
            <a:chExt cx="1738314" cy="1531934"/>
          </a:xfrm>
        </p:grpSpPr>
        <p:sp>
          <p:nvSpPr>
            <p:cNvPr id="1957" name="Google Shape;1957;p151"/>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8" name="Google Shape;1958;p151"/>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9" name="Google Shape;1959;p151"/>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60" name="Google Shape;1960;p151"/>
          <p:cNvGrpSpPr/>
          <p:nvPr/>
        </p:nvGrpSpPr>
        <p:grpSpPr>
          <a:xfrm rot="8999956">
            <a:off x="1586099" y="-444357"/>
            <a:ext cx="2153749" cy="455791"/>
            <a:chOff x="4886735" y="1558927"/>
            <a:chExt cx="2153797" cy="455801"/>
          </a:xfrm>
        </p:grpSpPr>
        <p:sp>
          <p:nvSpPr>
            <p:cNvPr id="1961" name="Google Shape;1961;p151"/>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2" name="Google Shape;1962;p151"/>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3" name="Google Shape;1963;p151"/>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64" name="Google Shape;1964;p151"/>
          <p:cNvGrpSpPr/>
          <p:nvPr/>
        </p:nvGrpSpPr>
        <p:grpSpPr>
          <a:xfrm rot="-899881">
            <a:off x="7944639" y="3601159"/>
            <a:ext cx="1868723" cy="1646861"/>
            <a:chOff x="2757488" y="0"/>
            <a:chExt cx="1738314" cy="1531934"/>
          </a:xfrm>
        </p:grpSpPr>
        <p:sp>
          <p:nvSpPr>
            <p:cNvPr id="1965" name="Google Shape;1965;p151"/>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6" name="Google Shape;1966;p151"/>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7" name="Google Shape;1967;p151"/>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68" name="Google Shape;1968;p151"/>
          <p:cNvGrpSpPr/>
          <p:nvPr/>
        </p:nvGrpSpPr>
        <p:grpSpPr>
          <a:xfrm rot="-4500119">
            <a:off x="7477602" y="-649229"/>
            <a:ext cx="1017132" cy="1274827"/>
            <a:chOff x="3406775" y="1971675"/>
            <a:chExt cx="946151" cy="1185863"/>
          </a:xfrm>
        </p:grpSpPr>
        <p:sp>
          <p:nvSpPr>
            <p:cNvPr id="1969" name="Google Shape;1969;p151"/>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0" name="Google Shape;1970;p151"/>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1" name="Google Shape;1971;p151"/>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72" name="Google Shape;1972;p151"/>
          <p:cNvGrpSpPr/>
          <p:nvPr/>
        </p:nvGrpSpPr>
        <p:grpSpPr>
          <a:xfrm rot="-8100000">
            <a:off x="2123731" y="50888"/>
            <a:ext cx="649282" cy="179386"/>
            <a:chOff x="3525838" y="4135438"/>
            <a:chExt cx="649288" cy="179388"/>
          </a:xfrm>
        </p:grpSpPr>
        <p:sp>
          <p:nvSpPr>
            <p:cNvPr id="1973" name="Google Shape;1973;p151"/>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4" name="Google Shape;1974;p151"/>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5" name="Google Shape;1975;p151"/>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976" name="Shape 1976"/>
        <p:cNvGrpSpPr/>
        <p:nvPr/>
      </p:nvGrpSpPr>
      <p:grpSpPr>
        <a:xfrm>
          <a:off x="0" y="0"/>
          <a:ext cx="0" cy="0"/>
          <a:chOff x="0" y="0"/>
          <a:chExt cx="0" cy="0"/>
        </a:xfrm>
      </p:grpSpPr>
      <p:pic>
        <p:nvPicPr>
          <p:cNvPr id="1977" name="Google Shape;1977;p152"/>
          <p:cNvPicPr preferRelativeResize="0"/>
          <p:nvPr/>
        </p:nvPicPr>
        <p:blipFill rotWithShape="1">
          <a:blip r:embed="rId2">
            <a:alphaModFix/>
          </a:blip>
          <a:srcRect b="8581" l="1018" r="918" t="8581"/>
          <a:stretch/>
        </p:blipFill>
        <p:spPr>
          <a:xfrm rot="10800000">
            <a:off x="0" y="-1"/>
            <a:ext cx="9135475" cy="5143500"/>
          </a:xfrm>
          <a:prstGeom prst="rect">
            <a:avLst/>
          </a:prstGeom>
          <a:noFill/>
          <a:ln>
            <a:noFill/>
          </a:ln>
        </p:spPr>
      </p:pic>
      <p:sp>
        <p:nvSpPr>
          <p:cNvPr id="1978" name="Google Shape;1978;p152"/>
          <p:cNvSpPr txBox="1"/>
          <p:nvPr>
            <p:ph idx="1" type="subTitle"/>
          </p:nvPr>
        </p:nvSpPr>
        <p:spPr>
          <a:xfrm>
            <a:off x="720000" y="2783138"/>
            <a:ext cx="2336400" cy="43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Allerta Stencil"/>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2pPr>
            <a:lvl3pPr lvl="2"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3pPr>
            <a:lvl4pPr lvl="3"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4pPr>
            <a:lvl5pPr lvl="4"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5pPr>
            <a:lvl6pPr lvl="5"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6pPr>
            <a:lvl7pPr lvl="6"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7pPr>
            <a:lvl8pPr lvl="7"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8pPr>
            <a:lvl9pPr lvl="8"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9pPr>
          </a:lstStyle>
          <a:p/>
        </p:txBody>
      </p:sp>
      <p:sp>
        <p:nvSpPr>
          <p:cNvPr id="1979" name="Google Shape;1979;p152"/>
          <p:cNvSpPr txBox="1"/>
          <p:nvPr>
            <p:ph idx="2" type="subTitle"/>
          </p:nvPr>
        </p:nvSpPr>
        <p:spPr>
          <a:xfrm>
            <a:off x="720000" y="3247975"/>
            <a:ext cx="2336400" cy="65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0" name="Google Shape;1980;p152"/>
          <p:cNvSpPr txBox="1"/>
          <p:nvPr>
            <p:ph idx="3" type="subTitle"/>
          </p:nvPr>
        </p:nvSpPr>
        <p:spPr>
          <a:xfrm>
            <a:off x="3403800" y="3247975"/>
            <a:ext cx="2336400" cy="65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1" name="Google Shape;1981;p152"/>
          <p:cNvSpPr txBox="1"/>
          <p:nvPr>
            <p:ph idx="4" type="subTitle"/>
          </p:nvPr>
        </p:nvSpPr>
        <p:spPr>
          <a:xfrm>
            <a:off x="6087600" y="3247975"/>
            <a:ext cx="2336400" cy="65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2" name="Google Shape;1982;p152"/>
          <p:cNvSpPr txBox="1"/>
          <p:nvPr>
            <p:ph type="title"/>
          </p:nvPr>
        </p:nvSpPr>
        <p:spPr>
          <a:xfrm>
            <a:off x="720000" y="5504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83" name="Google Shape;1983;p152"/>
          <p:cNvSpPr txBox="1"/>
          <p:nvPr>
            <p:ph idx="5" type="subTitle"/>
          </p:nvPr>
        </p:nvSpPr>
        <p:spPr>
          <a:xfrm>
            <a:off x="3403800" y="2783138"/>
            <a:ext cx="2336400" cy="43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Allerta Stencil"/>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2pPr>
            <a:lvl3pPr lvl="2"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3pPr>
            <a:lvl4pPr lvl="3"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4pPr>
            <a:lvl5pPr lvl="4"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5pPr>
            <a:lvl6pPr lvl="5"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6pPr>
            <a:lvl7pPr lvl="6"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7pPr>
            <a:lvl8pPr lvl="7"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8pPr>
            <a:lvl9pPr lvl="8"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9pPr>
          </a:lstStyle>
          <a:p/>
        </p:txBody>
      </p:sp>
      <p:sp>
        <p:nvSpPr>
          <p:cNvPr id="1984" name="Google Shape;1984;p152"/>
          <p:cNvSpPr txBox="1"/>
          <p:nvPr>
            <p:ph idx="6" type="subTitle"/>
          </p:nvPr>
        </p:nvSpPr>
        <p:spPr>
          <a:xfrm>
            <a:off x="6087600" y="2783138"/>
            <a:ext cx="2336400" cy="43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Allerta Stencil"/>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2pPr>
            <a:lvl3pPr lvl="2"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3pPr>
            <a:lvl4pPr lvl="3"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4pPr>
            <a:lvl5pPr lvl="4"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5pPr>
            <a:lvl6pPr lvl="5"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6pPr>
            <a:lvl7pPr lvl="6"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7pPr>
            <a:lvl8pPr lvl="7"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8pPr>
            <a:lvl9pPr lvl="8" algn="ctr">
              <a:lnSpc>
                <a:spcPct val="100000"/>
              </a:lnSpc>
              <a:spcBef>
                <a:spcPts val="0"/>
              </a:spcBef>
              <a:spcAft>
                <a:spcPts val="0"/>
              </a:spcAft>
              <a:buSzPts val="2400"/>
              <a:buFont typeface="Allerta Stencil"/>
              <a:buNone/>
              <a:defRPr sz="2400">
                <a:latin typeface="Allerta Stencil"/>
                <a:ea typeface="Allerta Stencil"/>
                <a:cs typeface="Allerta Stencil"/>
                <a:sym typeface="Allerta Stencil"/>
              </a:defRPr>
            </a:lvl9pPr>
          </a:lstStyle>
          <a:p/>
        </p:txBody>
      </p:sp>
      <p:grpSp>
        <p:nvGrpSpPr>
          <p:cNvPr id="1985" name="Google Shape;1985;p152"/>
          <p:cNvGrpSpPr/>
          <p:nvPr/>
        </p:nvGrpSpPr>
        <p:grpSpPr>
          <a:xfrm>
            <a:off x="-1076902" y="-195858"/>
            <a:ext cx="10320669" cy="6081983"/>
            <a:chOff x="-1076902" y="-195858"/>
            <a:chExt cx="10320669" cy="6081983"/>
          </a:xfrm>
        </p:grpSpPr>
        <p:grpSp>
          <p:nvGrpSpPr>
            <p:cNvPr id="1986" name="Google Shape;1986;p152"/>
            <p:cNvGrpSpPr/>
            <p:nvPr/>
          </p:nvGrpSpPr>
          <p:grpSpPr>
            <a:xfrm rot="-9900040">
              <a:off x="539535" y="105137"/>
              <a:ext cx="649269" cy="179383"/>
              <a:chOff x="3525838" y="4135438"/>
              <a:chExt cx="649288" cy="179388"/>
            </a:xfrm>
          </p:grpSpPr>
          <p:sp>
            <p:nvSpPr>
              <p:cNvPr id="1987" name="Google Shape;1987;p152"/>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88" name="Google Shape;1988;p152"/>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89" name="Google Shape;1989;p152"/>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90" name="Google Shape;1990;p152"/>
            <p:cNvGrpSpPr/>
            <p:nvPr/>
          </p:nvGrpSpPr>
          <p:grpSpPr>
            <a:xfrm rot="8999956">
              <a:off x="-356871" y="312051"/>
              <a:ext cx="2153749" cy="455885"/>
              <a:chOff x="4630756" y="1700569"/>
              <a:chExt cx="2153797" cy="455895"/>
            </a:xfrm>
          </p:grpSpPr>
          <p:sp>
            <p:nvSpPr>
              <p:cNvPr id="1991" name="Google Shape;1991;p152"/>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2" name="Google Shape;1992;p152"/>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3" name="Google Shape;1993;p152"/>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94" name="Google Shape;1994;p152"/>
            <p:cNvGrpSpPr/>
            <p:nvPr/>
          </p:nvGrpSpPr>
          <p:grpSpPr>
            <a:xfrm>
              <a:off x="8226655" y="-97411"/>
              <a:ext cx="1017112" cy="1274803"/>
              <a:chOff x="3406775" y="1971675"/>
              <a:chExt cx="946151" cy="1185863"/>
            </a:xfrm>
          </p:grpSpPr>
          <p:sp>
            <p:nvSpPr>
              <p:cNvPr id="1995" name="Google Shape;1995;p15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6" name="Google Shape;1996;p15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7" name="Google Shape;1997;p15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98" name="Google Shape;1998;p152"/>
            <p:cNvGrpSpPr/>
            <p:nvPr/>
          </p:nvGrpSpPr>
          <p:grpSpPr>
            <a:xfrm>
              <a:off x="-1076902" y="4915602"/>
              <a:ext cx="2153797" cy="455801"/>
              <a:chOff x="4886735" y="1558927"/>
              <a:chExt cx="2153797" cy="455801"/>
            </a:xfrm>
          </p:grpSpPr>
          <p:sp>
            <p:nvSpPr>
              <p:cNvPr id="1999" name="Google Shape;1999;p152"/>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0" name="Google Shape;2000;p152"/>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1" name="Google Shape;2001;p152"/>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02" name="Google Shape;2002;p152"/>
            <p:cNvGrpSpPr/>
            <p:nvPr/>
          </p:nvGrpSpPr>
          <p:grpSpPr>
            <a:xfrm rot="-4500119">
              <a:off x="7867820" y="4592516"/>
              <a:ext cx="1017132" cy="1274827"/>
              <a:chOff x="3406775" y="1971675"/>
              <a:chExt cx="946151" cy="1185863"/>
            </a:xfrm>
          </p:grpSpPr>
          <p:sp>
            <p:nvSpPr>
              <p:cNvPr id="2003" name="Google Shape;2003;p152"/>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4" name="Google Shape;2004;p152"/>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5" name="Google Shape;2005;p152"/>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06" name="Google Shape;2006;p152"/>
            <p:cNvGrpSpPr/>
            <p:nvPr/>
          </p:nvGrpSpPr>
          <p:grpSpPr>
            <a:xfrm rot="-4500119">
              <a:off x="8231472" y="4276857"/>
              <a:ext cx="855072" cy="686118"/>
              <a:chOff x="3524250" y="2062163"/>
              <a:chExt cx="795400" cy="638237"/>
            </a:xfrm>
          </p:grpSpPr>
          <p:sp>
            <p:nvSpPr>
              <p:cNvPr id="2007" name="Google Shape;2007;p152"/>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8" name="Google Shape;2008;p152"/>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9" name="Google Shape;2009;p152"/>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10" name="Google Shape;2010;p152"/>
            <p:cNvGrpSpPr/>
            <p:nvPr/>
          </p:nvGrpSpPr>
          <p:grpSpPr>
            <a:xfrm rot="2700000">
              <a:off x="4263571" y="4296086"/>
              <a:ext cx="616864" cy="614808"/>
              <a:chOff x="2588041" y="-11077"/>
              <a:chExt cx="511959" cy="510252"/>
            </a:xfrm>
          </p:grpSpPr>
          <p:cxnSp>
            <p:nvCxnSpPr>
              <p:cNvPr id="2011" name="Google Shape;2011;p152"/>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2012" name="Google Shape;2012;p152"/>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13" name="Google Shape;2013;p152"/>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2014" name="Shape 2014"/>
        <p:cNvGrpSpPr/>
        <p:nvPr/>
      </p:nvGrpSpPr>
      <p:grpSpPr>
        <a:xfrm>
          <a:off x="0" y="0"/>
          <a:ext cx="0" cy="0"/>
          <a:chOff x="0" y="0"/>
          <a:chExt cx="0" cy="0"/>
        </a:xfrm>
      </p:grpSpPr>
      <p:pic>
        <p:nvPicPr>
          <p:cNvPr id="2015" name="Google Shape;2015;p153"/>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2016" name="Google Shape;2016;p153"/>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17" name="Google Shape;2017;p153"/>
          <p:cNvSpPr txBox="1"/>
          <p:nvPr>
            <p:ph idx="1" type="subTitle"/>
          </p:nvPr>
        </p:nvSpPr>
        <p:spPr>
          <a:xfrm>
            <a:off x="655050" y="3284938"/>
            <a:ext cx="2375700" cy="419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18" name="Google Shape;2018;p153"/>
          <p:cNvSpPr txBox="1"/>
          <p:nvPr>
            <p:ph idx="2" type="subTitle"/>
          </p:nvPr>
        </p:nvSpPr>
        <p:spPr>
          <a:xfrm>
            <a:off x="655038" y="3664799"/>
            <a:ext cx="2375700" cy="9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9" name="Google Shape;2019;p153"/>
          <p:cNvSpPr txBox="1"/>
          <p:nvPr>
            <p:ph idx="3" type="subTitle"/>
          </p:nvPr>
        </p:nvSpPr>
        <p:spPr>
          <a:xfrm>
            <a:off x="3384151" y="3664799"/>
            <a:ext cx="2375700" cy="9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20" name="Google Shape;2020;p153"/>
          <p:cNvSpPr txBox="1"/>
          <p:nvPr>
            <p:ph idx="4" type="subTitle"/>
          </p:nvPr>
        </p:nvSpPr>
        <p:spPr>
          <a:xfrm>
            <a:off x="6113265" y="3664799"/>
            <a:ext cx="2375700" cy="93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21" name="Google Shape;2021;p153"/>
          <p:cNvSpPr txBox="1"/>
          <p:nvPr>
            <p:ph idx="5" type="subTitle"/>
          </p:nvPr>
        </p:nvSpPr>
        <p:spPr>
          <a:xfrm>
            <a:off x="3384163" y="3284938"/>
            <a:ext cx="2375700" cy="419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22" name="Google Shape;2022;p153"/>
          <p:cNvSpPr txBox="1"/>
          <p:nvPr>
            <p:ph idx="6" type="subTitle"/>
          </p:nvPr>
        </p:nvSpPr>
        <p:spPr>
          <a:xfrm>
            <a:off x="6113276" y="3284938"/>
            <a:ext cx="2375700" cy="419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2023" name="Google Shape;2023;p153"/>
          <p:cNvGrpSpPr/>
          <p:nvPr/>
        </p:nvGrpSpPr>
        <p:grpSpPr>
          <a:xfrm>
            <a:off x="-911484" y="-452765"/>
            <a:ext cx="10810325" cy="7203099"/>
            <a:chOff x="-911484" y="-452765"/>
            <a:chExt cx="10810325" cy="7203099"/>
          </a:xfrm>
        </p:grpSpPr>
        <p:grpSp>
          <p:nvGrpSpPr>
            <p:cNvPr id="2024" name="Google Shape;2024;p153"/>
            <p:cNvGrpSpPr/>
            <p:nvPr/>
          </p:nvGrpSpPr>
          <p:grpSpPr>
            <a:xfrm>
              <a:off x="-911484" y="4603505"/>
              <a:ext cx="1631475" cy="2146829"/>
              <a:chOff x="987425" y="941388"/>
              <a:chExt cx="1517651" cy="1997050"/>
            </a:xfrm>
          </p:grpSpPr>
          <p:sp>
            <p:nvSpPr>
              <p:cNvPr id="2025" name="Google Shape;2025;p153"/>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26" name="Google Shape;2026;p153"/>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27" name="Google Shape;2027;p153"/>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28" name="Google Shape;2028;p153"/>
            <p:cNvGrpSpPr/>
            <p:nvPr/>
          </p:nvGrpSpPr>
          <p:grpSpPr>
            <a:xfrm rot="1799964">
              <a:off x="7713347" y="3780065"/>
              <a:ext cx="1901134" cy="1646859"/>
              <a:chOff x="2649767" y="0"/>
              <a:chExt cx="1768465" cy="1531934"/>
            </a:xfrm>
          </p:grpSpPr>
          <p:sp>
            <p:nvSpPr>
              <p:cNvPr id="2029" name="Google Shape;2029;p153"/>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0" name="Google Shape;2030;p153"/>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1" name="Google Shape;2031;p153"/>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32" name="Google Shape;2032;p153"/>
            <p:cNvGrpSpPr/>
            <p:nvPr/>
          </p:nvGrpSpPr>
          <p:grpSpPr>
            <a:xfrm rot="10800000">
              <a:off x="4023937" y="-452765"/>
              <a:ext cx="855135" cy="686169"/>
              <a:chOff x="3524250" y="2062163"/>
              <a:chExt cx="795400" cy="638237"/>
            </a:xfrm>
          </p:grpSpPr>
          <p:sp>
            <p:nvSpPr>
              <p:cNvPr id="2033" name="Google Shape;2033;p153"/>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4" name="Google Shape;2034;p153"/>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5" name="Google Shape;2035;p153"/>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36" name="Google Shape;2036;p153"/>
            <p:cNvGrpSpPr/>
            <p:nvPr/>
          </p:nvGrpSpPr>
          <p:grpSpPr>
            <a:xfrm rot="-5400000">
              <a:off x="8370067" y="661351"/>
              <a:ext cx="1017112" cy="1274803"/>
              <a:chOff x="3406775" y="1971675"/>
              <a:chExt cx="946151" cy="1185863"/>
            </a:xfrm>
          </p:grpSpPr>
          <p:sp>
            <p:nvSpPr>
              <p:cNvPr id="2037" name="Google Shape;2037;p153"/>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8" name="Google Shape;2038;p153"/>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9" name="Google Shape;2039;p153"/>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40" name="Google Shape;2040;p153"/>
            <p:cNvGrpSpPr/>
            <p:nvPr/>
          </p:nvGrpSpPr>
          <p:grpSpPr>
            <a:xfrm rot="10800000">
              <a:off x="-732416" y="-4"/>
              <a:ext cx="1901100" cy="1646829"/>
              <a:chOff x="2649767" y="0"/>
              <a:chExt cx="1768465" cy="1531934"/>
            </a:xfrm>
          </p:grpSpPr>
          <p:sp>
            <p:nvSpPr>
              <p:cNvPr id="2041" name="Google Shape;2041;p153"/>
              <p:cNvSpPr/>
              <p:nvPr/>
            </p:nvSpPr>
            <p:spPr>
              <a:xfrm>
                <a:off x="270849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42" name="Google Shape;2042;p153"/>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43" name="Google Shape;2043;p153"/>
              <p:cNvSpPr/>
              <p:nvPr/>
            </p:nvSpPr>
            <p:spPr>
              <a:xfrm>
                <a:off x="2649767"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2044" name="Google Shape;2044;p153"/>
          <p:cNvSpPr txBox="1"/>
          <p:nvPr>
            <p:ph idx="7" type="title"/>
          </p:nvPr>
        </p:nvSpPr>
        <p:spPr>
          <a:xfrm>
            <a:off x="1276650" y="2727650"/>
            <a:ext cx="1132500" cy="6174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45" name="Google Shape;2045;p153"/>
          <p:cNvSpPr txBox="1"/>
          <p:nvPr>
            <p:ph idx="8" type="title"/>
          </p:nvPr>
        </p:nvSpPr>
        <p:spPr>
          <a:xfrm>
            <a:off x="4005750" y="2727650"/>
            <a:ext cx="1132500" cy="6174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046" name="Google Shape;2046;p153"/>
          <p:cNvSpPr txBox="1"/>
          <p:nvPr>
            <p:ph idx="9" type="title"/>
          </p:nvPr>
        </p:nvSpPr>
        <p:spPr>
          <a:xfrm>
            <a:off x="6734900" y="2727650"/>
            <a:ext cx="1132500" cy="6174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047" name="Shape 2047"/>
        <p:cNvGrpSpPr/>
        <p:nvPr/>
      </p:nvGrpSpPr>
      <p:grpSpPr>
        <a:xfrm>
          <a:off x="0" y="0"/>
          <a:ext cx="0" cy="0"/>
          <a:chOff x="0" y="0"/>
          <a:chExt cx="0" cy="0"/>
        </a:xfrm>
      </p:grpSpPr>
      <p:pic>
        <p:nvPicPr>
          <p:cNvPr id="2048" name="Google Shape;2048;p154"/>
          <p:cNvPicPr preferRelativeResize="0"/>
          <p:nvPr/>
        </p:nvPicPr>
        <p:blipFill rotWithShape="1">
          <a:blip r:embed="rId2">
            <a:alphaModFix/>
          </a:blip>
          <a:srcRect b="8579" l="1010" r="920" t="8761"/>
          <a:stretch/>
        </p:blipFill>
        <p:spPr>
          <a:xfrm rot="10799998">
            <a:off x="2" y="-3"/>
            <a:ext cx="9135475" cy="5132527"/>
          </a:xfrm>
          <a:prstGeom prst="rect">
            <a:avLst/>
          </a:prstGeom>
          <a:noFill/>
          <a:ln>
            <a:noFill/>
          </a:ln>
        </p:spPr>
      </p:pic>
      <p:sp>
        <p:nvSpPr>
          <p:cNvPr id="2049" name="Google Shape;2049;p154"/>
          <p:cNvSpPr txBox="1"/>
          <p:nvPr>
            <p:ph idx="1" type="subTitle"/>
          </p:nvPr>
        </p:nvSpPr>
        <p:spPr>
          <a:xfrm>
            <a:off x="1796369" y="1678525"/>
            <a:ext cx="2487300" cy="42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50" name="Google Shape;2050;p154"/>
          <p:cNvSpPr txBox="1"/>
          <p:nvPr>
            <p:ph idx="2" type="subTitle"/>
          </p:nvPr>
        </p:nvSpPr>
        <p:spPr>
          <a:xfrm>
            <a:off x="1796368" y="2118029"/>
            <a:ext cx="24873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1" name="Google Shape;2051;p154"/>
          <p:cNvSpPr txBox="1"/>
          <p:nvPr>
            <p:ph idx="3" type="subTitle"/>
          </p:nvPr>
        </p:nvSpPr>
        <p:spPr>
          <a:xfrm>
            <a:off x="5648376" y="2118029"/>
            <a:ext cx="24840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2" name="Google Shape;2052;p154"/>
          <p:cNvSpPr txBox="1"/>
          <p:nvPr>
            <p:ph idx="4" type="subTitle"/>
          </p:nvPr>
        </p:nvSpPr>
        <p:spPr>
          <a:xfrm>
            <a:off x="1796368" y="3695025"/>
            <a:ext cx="24873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3" name="Google Shape;2053;p154"/>
          <p:cNvSpPr txBox="1"/>
          <p:nvPr>
            <p:ph idx="5" type="subTitle"/>
          </p:nvPr>
        </p:nvSpPr>
        <p:spPr>
          <a:xfrm>
            <a:off x="5648376" y="3695025"/>
            <a:ext cx="24840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4" name="Google Shape;2054;p154"/>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15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55" name="Google Shape;2055;p154"/>
          <p:cNvSpPr txBox="1"/>
          <p:nvPr>
            <p:ph idx="6" type="subTitle"/>
          </p:nvPr>
        </p:nvSpPr>
        <p:spPr>
          <a:xfrm>
            <a:off x="1796369" y="3259350"/>
            <a:ext cx="2487300" cy="470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56" name="Google Shape;2056;p154"/>
          <p:cNvSpPr txBox="1"/>
          <p:nvPr>
            <p:ph idx="7" type="subTitle"/>
          </p:nvPr>
        </p:nvSpPr>
        <p:spPr>
          <a:xfrm>
            <a:off x="5648432" y="1678525"/>
            <a:ext cx="2484000" cy="423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57" name="Google Shape;2057;p154"/>
          <p:cNvSpPr txBox="1"/>
          <p:nvPr>
            <p:ph idx="8" type="subTitle"/>
          </p:nvPr>
        </p:nvSpPr>
        <p:spPr>
          <a:xfrm>
            <a:off x="5648432" y="3259350"/>
            <a:ext cx="2484000" cy="470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2058" name="Google Shape;2058;p154"/>
          <p:cNvGrpSpPr/>
          <p:nvPr/>
        </p:nvGrpSpPr>
        <p:grpSpPr>
          <a:xfrm>
            <a:off x="-1021341" y="-1014116"/>
            <a:ext cx="10502332" cy="6311676"/>
            <a:chOff x="-1021341" y="-1014116"/>
            <a:chExt cx="10502332" cy="6311676"/>
          </a:xfrm>
        </p:grpSpPr>
        <p:grpSp>
          <p:nvGrpSpPr>
            <p:cNvPr id="2059" name="Google Shape;2059;p154"/>
            <p:cNvGrpSpPr/>
            <p:nvPr/>
          </p:nvGrpSpPr>
          <p:grpSpPr>
            <a:xfrm rot="-5400000">
              <a:off x="-112677" y="3182856"/>
              <a:ext cx="1517651" cy="1997050"/>
              <a:chOff x="987425" y="941388"/>
              <a:chExt cx="1517651" cy="1997050"/>
            </a:xfrm>
          </p:grpSpPr>
          <p:sp>
            <p:nvSpPr>
              <p:cNvPr id="2060" name="Google Shape;2060;p154"/>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1" name="Google Shape;2061;p154"/>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2" name="Google Shape;2062;p154"/>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63" name="Google Shape;2063;p154"/>
            <p:cNvGrpSpPr/>
            <p:nvPr/>
          </p:nvGrpSpPr>
          <p:grpSpPr>
            <a:xfrm rot="8100000">
              <a:off x="7581541" y="4914889"/>
              <a:ext cx="649282" cy="179386"/>
              <a:chOff x="3525838" y="4135438"/>
              <a:chExt cx="649288" cy="179388"/>
            </a:xfrm>
          </p:grpSpPr>
          <p:sp>
            <p:nvSpPr>
              <p:cNvPr id="2064" name="Google Shape;2064;p154"/>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5" name="Google Shape;2065;p154"/>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6" name="Google Shape;2066;p154"/>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67" name="Google Shape;2067;p154"/>
            <p:cNvGrpSpPr/>
            <p:nvPr/>
          </p:nvGrpSpPr>
          <p:grpSpPr>
            <a:xfrm rot="8100000">
              <a:off x="7481446" y="-319405"/>
              <a:ext cx="2153776" cy="455891"/>
              <a:chOff x="4481475" y="2497689"/>
              <a:chExt cx="2153797" cy="455895"/>
            </a:xfrm>
          </p:grpSpPr>
          <p:sp>
            <p:nvSpPr>
              <p:cNvPr id="2068" name="Google Shape;2068;p154"/>
              <p:cNvSpPr/>
              <p:nvPr/>
            </p:nvSpPr>
            <p:spPr>
              <a:xfrm>
                <a:off x="4513899" y="253011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9" name="Google Shape;2069;p154"/>
              <p:cNvSpPr/>
              <p:nvPr/>
            </p:nvSpPr>
            <p:spPr>
              <a:xfrm>
                <a:off x="6571972" y="249768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0" name="Google Shape;2070;p154"/>
              <p:cNvSpPr/>
              <p:nvPr/>
            </p:nvSpPr>
            <p:spPr>
              <a:xfrm>
                <a:off x="4481475" y="288848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71" name="Google Shape;2071;p154"/>
            <p:cNvGrpSpPr/>
            <p:nvPr/>
          </p:nvGrpSpPr>
          <p:grpSpPr>
            <a:xfrm rot="-8100000">
              <a:off x="28523" y="498099"/>
              <a:ext cx="649282" cy="179386"/>
              <a:chOff x="3525838" y="4135438"/>
              <a:chExt cx="649288" cy="179388"/>
            </a:xfrm>
          </p:grpSpPr>
          <p:sp>
            <p:nvSpPr>
              <p:cNvPr id="2072" name="Google Shape;2072;p154"/>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3" name="Google Shape;2073;p154"/>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4" name="Google Shape;2074;p154"/>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75" name="Google Shape;2075;p154"/>
            <p:cNvGrpSpPr/>
            <p:nvPr/>
          </p:nvGrpSpPr>
          <p:grpSpPr>
            <a:xfrm rot="10800000">
              <a:off x="-1021341" y="512243"/>
              <a:ext cx="2153797" cy="455895"/>
              <a:chOff x="4630756" y="1700569"/>
              <a:chExt cx="2153797" cy="455895"/>
            </a:xfrm>
          </p:grpSpPr>
          <p:sp>
            <p:nvSpPr>
              <p:cNvPr id="2076" name="Google Shape;2076;p154"/>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7" name="Google Shape;2077;p154"/>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8" name="Google Shape;2078;p154"/>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79" name="Google Shape;2079;p154"/>
            <p:cNvGrpSpPr/>
            <p:nvPr/>
          </p:nvGrpSpPr>
          <p:grpSpPr>
            <a:xfrm rot="10800000">
              <a:off x="8046756" y="-125797"/>
              <a:ext cx="1017112" cy="1274803"/>
              <a:chOff x="3406775" y="1971675"/>
              <a:chExt cx="946151" cy="1185863"/>
            </a:xfrm>
          </p:grpSpPr>
          <p:sp>
            <p:nvSpPr>
              <p:cNvPr id="2080" name="Google Shape;2080;p154"/>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81" name="Google Shape;2081;p154"/>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82" name="Google Shape;2082;p154"/>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2083" name="Shape 2083"/>
        <p:cNvGrpSpPr/>
        <p:nvPr/>
      </p:nvGrpSpPr>
      <p:grpSpPr>
        <a:xfrm>
          <a:off x="0" y="0"/>
          <a:ext cx="0" cy="0"/>
          <a:chOff x="0" y="0"/>
          <a:chExt cx="0" cy="0"/>
        </a:xfrm>
      </p:grpSpPr>
      <p:pic>
        <p:nvPicPr>
          <p:cNvPr id="2084" name="Google Shape;2084;p155"/>
          <p:cNvPicPr preferRelativeResize="0"/>
          <p:nvPr/>
        </p:nvPicPr>
        <p:blipFill rotWithShape="1">
          <a:blip r:embed="rId2">
            <a:alphaModFix/>
          </a:blip>
          <a:srcRect b="8581" l="1018" r="918" t="8581"/>
          <a:stretch/>
        </p:blipFill>
        <p:spPr>
          <a:xfrm rot="10800000">
            <a:off x="0" y="-1"/>
            <a:ext cx="9135475" cy="5143500"/>
          </a:xfrm>
          <a:prstGeom prst="rect">
            <a:avLst/>
          </a:prstGeom>
          <a:noFill/>
          <a:ln>
            <a:noFill/>
          </a:ln>
        </p:spPr>
      </p:pic>
      <p:sp>
        <p:nvSpPr>
          <p:cNvPr id="2085" name="Google Shape;2085;p155"/>
          <p:cNvSpPr txBox="1"/>
          <p:nvPr>
            <p:ph idx="1" type="subTitle"/>
          </p:nvPr>
        </p:nvSpPr>
        <p:spPr>
          <a:xfrm>
            <a:off x="1023894" y="1675525"/>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86" name="Google Shape;2086;p155"/>
          <p:cNvSpPr txBox="1"/>
          <p:nvPr>
            <p:ph idx="2" type="subTitle"/>
          </p:nvPr>
        </p:nvSpPr>
        <p:spPr>
          <a:xfrm>
            <a:off x="1023894" y="2183734"/>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7" name="Google Shape;2087;p155"/>
          <p:cNvSpPr txBox="1"/>
          <p:nvPr>
            <p:ph idx="3" type="subTitle"/>
          </p:nvPr>
        </p:nvSpPr>
        <p:spPr>
          <a:xfrm>
            <a:off x="5106901" y="2183734"/>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8" name="Google Shape;2088;p155"/>
          <p:cNvSpPr txBox="1"/>
          <p:nvPr>
            <p:ph idx="4" type="subTitle"/>
          </p:nvPr>
        </p:nvSpPr>
        <p:spPr>
          <a:xfrm>
            <a:off x="1023894" y="3840136"/>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9" name="Google Shape;2089;p155"/>
          <p:cNvSpPr txBox="1"/>
          <p:nvPr>
            <p:ph idx="5" type="subTitle"/>
          </p:nvPr>
        </p:nvSpPr>
        <p:spPr>
          <a:xfrm>
            <a:off x="5106901" y="3840136"/>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90" name="Google Shape;2090;p155"/>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91" name="Google Shape;2091;p155"/>
          <p:cNvSpPr txBox="1"/>
          <p:nvPr>
            <p:ph idx="6" type="subTitle"/>
          </p:nvPr>
        </p:nvSpPr>
        <p:spPr>
          <a:xfrm>
            <a:off x="1023894" y="3328478"/>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92" name="Google Shape;2092;p155"/>
          <p:cNvSpPr txBox="1"/>
          <p:nvPr>
            <p:ph idx="7" type="subTitle"/>
          </p:nvPr>
        </p:nvSpPr>
        <p:spPr>
          <a:xfrm>
            <a:off x="5106901" y="1675525"/>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093" name="Google Shape;2093;p155"/>
          <p:cNvSpPr txBox="1"/>
          <p:nvPr>
            <p:ph idx="8" type="subTitle"/>
          </p:nvPr>
        </p:nvSpPr>
        <p:spPr>
          <a:xfrm>
            <a:off x="5106901" y="3328478"/>
            <a:ext cx="3013200" cy="45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20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2094" name="Google Shape;2094;p155"/>
          <p:cNvGrpSpPr/>
          <p:nvPr/>
        </p:nvGrpSpPr>
        <p:grpSpPr>
          <a:xfrm>
            <a:off x="-946155" y="-27462"/>
            <a:ext cx="10447058" cy="5036618"/>
            <a:chOff x="-946155" y="-27462"/>
            <a:chExt cx="10447058" cy="5036618"/>
          </a:xfrm>
        </p:grpSpPr>
        <p:grpSp>
          <p:nvGrpSpPr>
            <p:cNvPr id="2095" name="Google Shape;2095;p155"/>
            <p:cNvGrpSpPr/>
            <p:nvPr/>
          </p:nvGrpSpPr>
          <p:grpSpPr>
            <a:xfrm rot="5400000">
              <a:off x="7030213" y="-267162"/>
              <a:ext cx="1517651" cy="1997050"/>
              <a:chOff x="987425" y="941388"/>
              <a:chExt cx="1517651" cy="1997050"/>
            </a:xfrm>
          </p:grpSpPr>
          <p:sp>
            <p:nvSpPr>
              <p:cNvPr id="2096" name="Google Shape;2096;p155"/>
              <p:cNvSpPr/>
              <p:nvPr/>
            </p:nvSpPr>
            <p:spPr>
              <a:xfrm>
                <a:off x="987425" y="974725"/>
                <a:ext cx="1484315" cy="1933574"/>
              </a:xfrm>
              <a:custGeom>
                <a:rect b="b" l="l" r="r" t="t"/>
                <a:pathLst>
                  <a:path extrusionOk="0" h="4742" w="3642">
                    <a:moveTo>
                      <a:pt x="318" y="4742"/>
                    </a:moveTo>
                    <a:lnTo>
                      <a:pt x="318" y="3319"/>
                    </a:lnTo>
                    <a:lnTo>
                      <a:pt x="0" y="3000"/>
                    </a:lnTo>
                    <a:lnTo>
                      <a:pt x="0" y="2138"/>
                    </a:lnTo>
                    <a:lnTo>
                      <a:pt x="1068" y="1059"/>
                    </a:lnTo>
                    <a:lnTo>
                      <a:pt x="1828" y="1059"/>
                    </a:lnTo>
                    <a:lnTo>
                      <a:pt x="2275" y="1506"/>
                    </a:lnTo>
                    <a:lnTo>
                      <a:pt x="2893" y="1506"/>
                    </a:lnTo>
                    <a:lnTo>
                      <a:pt x="3193" y="1206"/>
                    </a:lnTo>
                    <a:lnTo>
                      <a:pt x="3193" y="449"/>
                    </a:lnTo>
                    <a:lnTo>
                      <a:pt x="3642"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7" name="Google Shape;2097;p155"/>
              <p:cNvSpPr/>
              <p:nvPr/>
            </p:nvSpPr>
            <p:spPr>
              <a:xfrm>
                <a:off x="1087438" y="2878138"/>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8" name="Google Shape;2098;p155"/>
              <p:cNvSpPr/>
              <p:nvPr/>
            </p:nvSpPr>
            <p:spPr>
              <a:xfrm>
                <a:off x="2439988" y="941388"/>
                <a:ext cx="65088" cy="65088"/>
              </a:xfrm>
              <a:custGeom>
                <a:rect b="b" l="l" r="r" t="t"/>
                <a:pathLst>
                  <a:path extrusionOk="0" h="160" w="160">
                    <a:moveTo>
                      <a:pt x="132" y="131"/>
                    </a:moveTo>
                    <a:cubicBezTo>
                      <a:pt x="160" y="103"/>
                      <a:pt x="160" y="57"/>
                      <a:pt x="132" y="28"/>
                    </a:cubicBezTo>
                    <a:cubicBezTo>
                      <a:pt x="103" y="0"/>
                      <a:pt x="57" y="0"/>
                      <a:pt x="29" y="28"/>
                    </a:cubicBezTo>
                    <a:cubicBezTo>
                      <a:pt x="0" y="57"/>
                      <a:pt x="0" y="103"/>
                      <a:pt x="29" y="131"/>
                    </a:cubicBezTo>
                    <a:cubicBezTo>
                      <a:pt x="57" y="160"/>
                      <a:pt x="103" y="160"/>
                      <a:pt x="132"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099" name="Google Shape;2099;p155"/>
            <p:cNvGrpSpPr/>
            <p:nvPr/>
          </p:nvGrpSpPr>
          <p:grpSpPr>
            <a:xfrm rot="-2700000">
              <a:off x="-1100386" y="3673759"/>
              <a:ext cx="2153776" cy="455891"/>
              <a:chOff x="4630756" y="1700569"/>
              <a:chExt cx="2153797" cy="455895"/>
            </a:xfrm>
          </p:grpSpPr>
          <p:sp>
            <p:nvSpPr>
              <p:cNvPr id="2100" name="Google Shape;2100;p155"/>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1" name="Google Shape;2101;p155"/>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2" name="Google Shape;2102;p155"/>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03" name="Google Shape;2103;p155"/>
            <p:cNvGrpSpPr/>
            <p:nvPr/>
          </p:nvGrpSpPr>
          <p:grpSpPr>
            <a:xfrm rot="2700000">
              <a:off x="7801756" y="4626484"/>
              <a:ext cx="649282" cy="179386"/>
              <a:chOff x="3525838" y="4135438"/>
              <a:chExt cx="649288" cy="179388"/>
            </a:xfrm>
          </p:grpSpPr>
          <p:sp>
            <p:nvSpPr>
              <p:cNvPr id="2104" name="Google Shape;2104;p155"/>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5" name="Google Shape;2105;p155"/>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6" name="Google Shape;2106;p155"/>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07" name="Google Shape;2107;p155"/>
            <p:cNvGrpSpPr/>
            <p:nvPr/>
          </p:nvGrpSpPr>
          <p:grpSpPr>
            <a:xfrm>
              <a:off x="7347106" y="4335831"/>
              <a:ext cx="2153797" cy="455895"/>
              <a:chOff x="4630756" y="1700569"/>
              <a:chExt cx="2153797" cy="455895"/>
            </a:xfrm>
          </p:grpSpPr>
          <p:sp>
            <p:nvSpPr>
              <p:cNvPr id="2108" name="Google Shape;2108;p155"/>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9" name="Google Shape;2109;p155"/>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10" name="Google Shape;2110;p155"/>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11" name="Google Shape;2111;p155"/>
            <p:cNvGrpSpPr/>
            <p:nvPr/>
          </p:nvGrpSpPr>
          <p:grpSpPr>
            <a:xfrm>
              <a:off x="-70945" y="3330439"/>
              <a:ext cx="1017112" cy="1274803"/>
              <a:chOff x="3406775" y="1971675"/>
              <a:chExt cx="946151" cy="1185863"/>
            </a:xfrm>
          </p:grpSpPr>
          <p:sp>
            <p:nvSpPr>
              <p:cNvPr id="2112" name="Google Shape;2112;p155"/>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13" name="Google Shape;2113;p155"/>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14" name="Google Shape;2114;p155"/>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115" name="Shape 2115"/>
        <p:cNvGrpSpPr/>
        <p:nvPr/>
      </p:nvGrpSpPr>
      <p:grpSpPr>
        <a:xfrm>
          <a:off x="0" y="0"/>
          <a:ext cx="0" cy="0"/>
          <a:chOff x="0" y="0"/>
          <a:chExt cx="0" cy="0"/>
        </a:xfrm>
      </p:grpSpPr>
      <p:pic>
        <p:nvPicPr>
          <p:cNvPr id="2116" name="Google Shape;2116;p156"/>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sp>
        <p:nvSpPr>
          <p:cNvPr id="2117" name="Google Shape;2117;p156"/>
          <p:cNvSpPr txBox="1"/>
          <p:nvPr>
            <p:ph type="title"/>
          </p:nvPr>
        </p:nvSpPr>
        <p:spPr>
          <a:xfrm>
            <a:off x="720000" y="540000"/>
            <a:ext cx="7704000" cy="572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33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18" name="Google Shape;2118;p156"/>
          <p:cNvSpPr txBox="1"/>
          <p:nvPr>
            <p:ph idx="1" type="subTitle"/>
          </p:nvPr>
        </p:nvSpPr>
        <p:spPr>
          <a:xfrm>
            <a:off x="719997" y="2372375"/>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19" name="Google Shape;2119;p156"/>
          <p:cNvSpPr txBox="1"/>
          <p:nvPr>
            <p:ph idx="2" type="subTitle"/>
          </p:nvPr>
        </p:nvSpPr>
        <p:spPr>
          <a:xfrm>
            <a:off x="3405300" y="2372363"/>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0" name="Google Shape;2120;p156"/>
          <p:cNvSpPr txBox="1"/>
          <p:nvPr>
            <p:ph idx="3" type="subTitle"/>
          </p:nvPr>
        </p:nvSpPr>
        <p:spPr>
          <a:xfrm>
            <a:off x="6093049" y="2372363"/>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1" name="Google Shape;2121;p156"/>
          <p:cNvSpPr txBox="1"/>
          <p:nvPr>
            <p:ph idx="4" type="subTitle"/>
          </p:nvPr>
        </p:nvSpPr>
        <p:spPr>
          <a:xfrm>
            <a:off x="719997" y="4198274"/>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2" name="Google Shape;2122;p156"/>
          <p:cNvSpPr txBox="1"/>
          <p:nvPr>
            <p:ph idx="5" type="subTitle"/>
          </p:nvPr>
        </p:nvSpPr>
        <p:spPr>
          <a:xfrm>
            <a:off x="3405300" y="4198274"/>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3" name="Google Shape;2123;p156"/>
          <p:cNvSpPr txBox="1"/>
          <p:nvPr>
            <p:ph idx="6" type="subTitle"/>
          </p:nvPr>
        </p:nvSpPr>
        <p:spPr>
          <a:xfrm>
            <a:off x="6093049" y="4198274"/>
            <a:ext cx="2333400" cy="38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4" name="Google Shape;2124;p156"/>
          <p:cNvSpPr txBox="1"/>
          <p:nvPr>
            <p:ph idx="7" type="subTitle"/>
          </p:nvPr>
        </p:nvSpPr>
        <p:spPr>
          <a:xfrm>
            <a:off x="719997" y="2051101"/>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125" name="Google Shape;2125;p156"/>
          <p:cNvSpPr txBox="1"/>
          <p:nvPr>
            <p:ph idx="8" type="subTitle"/>
          </p:nvPr>
        </p:nvSpPr>
        <p:spPr>
          <a:xfrm>
            <a:off x="3405300" y="2051101"/>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126" name="Google Shape;2126;p156"/>
          <p:cNvSpPr txBox="1"/>
          <p:nvPr>
            <p:ph idx="9" type="subTitle"/>
          </p:nvPr>
        </p:nvSpPr>
        <p:spPr>
          <a:xfrm>
            <a:off x="6093049" y="2051101"/>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127" name="Google Shape;2127;p156"/>
          <p:cNvSpPr txBox="1"/>
          <p:nvPr>
            <p:ph idx="13" type="subTitle"/>
          </p:nvPr>
        </p:nvSpPr>
        <p:spPr>
          <a:xfrm>
            <a:off x="719997" y="3880879"/>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128" name="Google Shape;2128;p156"/>
          <p:cNvSpPr txBox="1"/>
          <p:nvPr>
            <p:ph idx="14" type="subTitle"/>
          </p:nvPr>
        </p:nvSpPr>
        <p:spPr>
          <a:xfrm>
            <a:off x="3405300" y="3880878"/>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sp>
        <p:nvSpPr>
          <p:cNvPr id="2129" name="Google Shape;2129;p156"/>
          <p:cNvSpPr txBox="1"/>
          <p:nvPr>
            <p:ph idx="15" type="subTitle"/>
          </p:nvPr>
        </p:nvSpPr>
        <p:spPr>
          <a:xfrm>
            <a:off x="6093049" y="3880878"/>
            <a:ext cx="2333400" cy="31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Font typeface="Roboto Condensed"/>
              <a:buNone/>
              <a:defRPr sz="1700">
                <a:solidFill>
                  <a:schemeClr val="dk2"/>
                </a:solidFill>
                <a:latin typeface="Allerta Stencil"/>
                <a:ea typeface="Allerta Stencil"/>
                <a:cs typeface="Allerta Stencil"/>
                <a:sym typeface="Allerta Stencil"/>
              </a:defRPr>
            </a:lvl1pPr>
            <a:lvl2pPr lvl="1"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2pPr>
            <a:lvl3pPr lvl="2"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3pPr>
            <a:lvl4pPr lvl="3"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4pPr>
            <a:lvl5pPr lvl="4"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5pPr>
            <a:lvl6pPr lvl="5"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6pPr>
            <a:lvl7pPr lvl="6"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7pPr>
            <a:lvl8pPr lvl="7"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8pPr>
            <a:lvl9pPr lvl="8" algn="ctr">
              <a:lnSpc>
                <a:spcPct val="100000"/>
              </a:lnSpc>
              <a:spcBef>
                <a:spcPts val="0"/>
              </a:spcBef>
              <a:spcAft>
                <a:spcPts val="0"/>
              </a:spcAft>
              <a:buClr>
                <a:schemeClr val="dk1"/>
              </a:buClr>
              <a:buSzPts val="2400"/>
              <a:buFont typeface="Roboto Condensed"/>
              <a:buNone/>
              <a:defRPr sz="2400">
                <a:solidFill>
                  <a:schemeClr val="dk1"/>
                </a:solidFill>
                <a:latin typeface="Roboto Condensed"/>
                <a:ea typeface="Roboto Condensed"/>
                <a:cs typeface="Roboto Condensed"/>
                <a:sym typeface="Roboto Condensed"/>
              </a:defRPr>
            </a:lvl9pPr>
          </a:lstStyle>
          <a:p/>
        </p:txBody>
      </p:sp>
      <p:grpSp>
        <p:nvGrpSpPr>
          <p:cNvPr id="2130" name="Google Shape;2130;p156"/>
          <p:cNvGrpSpPr/>
          <p:nvPr/>
        </p:nvGrpSpPr>
        <p:grpSpPr>
          <a:xfrm rot="-899881">
            <a:off x="7944639" y="-738524"/>
            <a:ext cx="1868723" cy="1646861"/>
            <a:chOff x="2757488" y="0"/>
            <a:chExt cx="1738314" cy="1531934"/>
          </a:xfrm>
        </p:grpSpPr>
        <p:sp>
          <p:nvSpPr>
            <p:cNvPr id="2131" name="Google Shape;2131;p156"/>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2" name="Google Shape;2132;p156"/>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3" name="Google Shape;2133;p156"/>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34" name="Google Shape;2134;p156"/>
          <p:cNvGrpSpPr/>
          <p:nvPr/>
        </p:nvGrpSpPr>
        <p:grpSpPr>
          <a:xfrm rot="-1800044">
            <a:off x="7020570" y="5236437"/>
            <a:ext cx="2153749" cy="455791"/>
            <a:chOff x="4886735" y="1558927"/>
            <a:chExt cx="2153797" cy="455801"/>
          </a:xfrm>
        </p:grpSpPr>
        <p:sp>
          <p:nvSpPr>
            <p:cNvPr id="2135" name="Google Shape;2135;p156"/>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6" name="Google Shape;2136;p156"/>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7" name="Google Shape;2137;p156"/>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38" name="Google Shape;2138;p156"/>
          <p:cNvGrpSpPr/>
          <p:nvPr/>
        </p:nvGrpSpPr>
        <p:grpSpPr>
          <a:xfrm rot="9900119">
            <a:off x="105406" y="-149"/>
            <a:ext cx="1868723" cy="1646861"/>
            <a:chOff x="2757488" y="0"/>
            <a:chExt cx="1738314" cy="1531934"/>
          </a:xfrm>
        </p:grpSpPr>
        <p:sp>
          <p:nvSpPr>
            <p:cNvPr id="2139" name="Google Shape;2139;p156"/>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0" name="Google Shape;2140;p156"/>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1" name="Google Shape;2141;p156"/>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42" name="Google Shape;2142;p156"/>
          <p:cNvGrpSpPr/>
          <p:nvPr/>
        </p:nvGrpSpPr>
        <p:grpSpPr>
          <a:xfrm rot="6299881">
            <a:off x="-385515" y="4622272"/>
            <a:ext cx="1017132" cy="1274827"/>
            <a:chOff x="3406775" y="1971675"/>
            <a:chExt cx="946151" cy="1185863"/>
          </a:xfrm>
        </p:grpSpPr>
        <p:sp>
          <p:nvSpPr>
            <p:cNvPr id="2143" name="Google Shape;2143;p156"/>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4" name="Google Shape;2144;p156"/>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5" name="Google Shape;2145;p156"/>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46" name="Google Shape;2146;p156"/>
          <p:cNvGrpSpPr/>
          <p:nvPr/>
        </p:nvGrpSpPr>
        <p:grpSpPr>
          <a:xfrm rot="2700000">
            <a:off x="8392331" y="5017597"/>
            <a:ext cx="649282" cy="179386"/>
            <a:chOff x="3525838" y="4135438"/>
            <a:chExt cx="649288" cy="179388"/>
          </a:xfrm>
        </p:grpSpPr>
        <p:sp>
          <p:nvSpPr>
            <p:cNvPr id="2147" name="Google Shape;2147;p156"/>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8" name="Google Shape;2148;p156"/>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9" name="Google Shape;2149;p156"/>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150" name="Shape 2150"/>
        <p:cNvGrpSpPr/>
        <p:nvPr/>
      </p:nvGrpSpPr>
      <p:grpSpPr>
        <a:xfrm>
          <a:off x="0" y="0"/>
          <a:ext cx="0" cy="0"/>
          <a:chOff x="0" y="0"/>
          <a:chExt cx="0" cy="0"/>
        </a:xfrm>
      </p:grpSpPr>
      <p:pic>
        <p:nvPicPr>
          <p:cNvPr id="2151" name="Google Shape;2151;p157"/>
          <p:cNvPicPr preferRelativeResize="0"/>
          <p:nvPr/>
        </p:nvPicPr>
        <p:blipFill rotWithShape="1">
          <a:blip r:embed="rId2">
            <a:alphaModFix/>
          </a:blip>
          <a:srcRect b="8581" l="776" r="922" t="8581"/>
          <a:stretch/>
        </p:blipFill>
        <p:spPr>
          <a:xfrm rot="10800000">
            <a:off x="0" y="-1"/>
            <a:ext cx="9157400" cy="5143500"/>
          </a:xfrm>
          <a:prstGeom prst="rect">
            <a:avLst/>
          </a:prstGeom>
          <a:noFill/>
          <a:ln>
            <a:noFill/>
          </a:ln>
        </p:spPr>
      </p:pic>
      <p:sp>
        <p:nvSpPr>
          <p:cNvPr id="2152" name="Google Shape;2152;p157"/>
          <p:cNvSpPr txBox="1"/>
          <p:nvPr>
            <p:ph type="title"/>
          </p:nvPr>
        </p:nvSpPr>
        <p:spPr>
          <a:xfrm>
            <a:off x="1284000" y="540000"/>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53" name="Google Shape;2153;p157"/>
          <p:cNvSpPr txBox="1"/>
          <p:nvPr>
            <p:ph idx="1" type="subTitle"/>
          </p:nvPr>
        </p:nvSpPr>
        <p:spPr>
          <a:xfrm>
            <a:off x="1284000" y="1246025"/>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4" name="Google Shape;2154;p157"/>
          <p:cNvSpPr txBox="1"/>
          <p:nvPr>
            <p:ph idx="2" type="title"/>
          </p:nvPr>
        </p:nvSpPr>
        <p:spPr>
          <a:xfrm>
            <a:off x="1284000" y="1996144"/>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solidFill>
                  <a:schemeClr val="dk2"/>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55" name="Google Shape;2155;p157"/>
          <p:cNvSpPr txBox="1"/>
          <p:nvPr>
            <p:ph idx="3" type="subTitle"/>
          </p:nvPr>
        </p:nvSpPr>
        <p:spPr>
          <a:xfrm>
            <a:off x="1284000" y="2702169"/>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6" name="Google Shape;2156;p157"/>
          <p:cNvSpPr txBox="1"/>
          <p:nvPr>
            <p:ph idx="4" type="title"/>
          </p:nvPr>
        </p:nvSpPr>
        <p:spPr>
          <a:xfrm>
            <a:off x="1284000" y="3452288"/>
            <a:ext cx="65760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2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57" name="Google Shape;2157;p157"/>
          <p:cNvSpPr txBox="1"/>
          <p:nvPr>
            <p:ph idx="5" type="subTitle"/>
          </p:nvPr>
        </p:nvSpPr>
        <p:spPr>
          <a:xfrm>
            <a:off x="1284000" y="4158313"/>
            <a:ext cx="6576000" cy="44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158" name="Google Shape;2158;p157"/>
          <p:cNvGrpSpPr/>
          <p:nvPr/>
        </p:nvGrpSpPr>
        <p:grpSpPr>
          <a:xfrm>
            <a:off x="134844" y="-220831"/>
            <a:ext cx="8874295" cy="5585170"/>
            <a:chOff x="134844" y="-220831"/>
            <a:chExt cx="8874295" cy="5585170"/>
          </a:xfrm>
        </p:grpSpPr>
        <p:grpSp>
          <p:nvGrpSpPr>
            <p:cNvPr id="2159" name="Google Shape;2159;p157"/>
            <p:cNvGrpSpPr/>
            <p:nvPr/>
          </p:nvGrpSpPr>
          <p:grpSpPr>
            <a:xfrm flipH="1" rot="5400000">
              <a:off x="7704293" y="2343794"/>
              <a:ext cx="2153797" cy="455895"/>
              <a:chOff x="4630756" y="1700569"/>
              <a:chExt cx="2153797" cy="455895"/>
            </a:xfrm>
          </p:grpSpPr>
          <p:sp>
            <p:nvSpPr>
              <p:cNvPr id="2160" name="Google Shape;2160;p15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1" name="Google Shape;2161;p15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2" name="Google Shape;2162;p15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63" name="Google Shape;2163;p157"/>
            <p:cNvGrpSpPr/>
            <p:nvPr/>
          </p:nvGrpSpPr>
          <p:grpSpPr>
            <a:xfrm flipH="1" rot="5400000">
              <a:off x="-714107" y="2343794"/>
              <a:ext cx="2153797" cy="455895"/>
              <a:chOff x="4630756" y="1700569"/>
              <a:chExt cx="2153797" cy="455895"/>
            </a:xfrm>
          </p:grpSpPr>
          <p:sp>
            <p:nvSpPr>
              <p:cNvPr id="2164" name="Google Shape;2164;p15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5" name="Google Shape;2165;p15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6" name="Google Shape;2166;p15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67" name="Google Shape;2167;p157"/>
            <p:cNvGrpSpPr/>
            <p:nvPr/>
          </p:nvGrpSpPr>
          <p:grpSpPr>
            <a:xfrm flipH="1" rot="10800000">
              <a:off x="3495093" y="4908444"/>
              <a:ext cx="2153797" cy="455895"/>
              <a:chOff x="4630756" y="1700569"/>
              <a:chExt cx="2153797" cy="455895"/>
            </a:xfrm>
          </p:grpSpPr>
          <p:sp>
            <p:nvSpPr>
              <p:cNvPr id="2168" name="Google Shape;2168;p15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9" name="Google Shape;2169;p15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0" name="Google Shape;2170;p15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71" name="Google Shape;2171;p157"/>
            <p:cNvGrpSpPr/>
            <p:nvPr/>
          </p:nvGrpSpPr>
          <p:grpSpPr>
            <a:xfrm flipH="1" rot="10800000">
              <a:off x="3495093" y="-220831"/>
              <a:ext cx="2153797" cy="455895"/>
              <a:chOff x="4630756" y="1700569"/>
              <a:chExt cx="2153797" cy="455895"/>
            </a:xfrm>
          </p:grpSpPr>
          <p:sp>
            <p:nvSpPr>
              <p:cNvPr id="2172" name="Google Shape;2172;p157"/>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3" name="Google Shape;2173;p157"/>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4" name="Google Shape;2174;p157"/>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175" name="Shape 2175"/>
        <p:cNvGrpSpPr/>
        <p:nvPr/>
      </p:nvGrpSpPr>
      <p:grpSpPr>
        <a:xfrm>
          <a:off x="0" y="0"/>
          <a:ext cx="0" cy="0"/>
          <a:chOff x="0" y="0"/>
          <a:chExt cx="0" cy="0"/>
        </a:xfrm>
      </p:grpSpPr>
      <p:pic>
        <p:nvPicPr>
          <p:cNvPr id="2176" name="Google Shape;2176;p158"/>
          <p:cNvPicPr preferRelativeResize="0"/>
          <p:nvPr/>
        </p:nvPicPr>
        <p:blipFill rotWithShape="1">
          <a:blip r:embed="rId2">
            <a:alphaModFix/>
          </a:blip>
          <a:srcRect b="8581" l="893" r="922" t="8581"/>
          <a:stretch/>
        </p:blipFill>
        <p:spPr>
          <a:xfrm rot="10800000">
            <a:off x="0" y="-1"/>
            <a:ext cx="9146425" cy="5143500"/>
          </a:xfrm>
          <a:prstGeom prst="rect">
            <a:avLst/>
          </a:prstGeom>
          <a:noFill/>
          <a:ln>
            <a:noFill/>
          </a:ln>
        </p:spPr>
      </p:pic>
      <p:sp>
        <p:nvSpPr>
          <p:cNvPr id="2177" name="Google Shape;2177;p158"/>
          <p:cNvSpPr txBox="1"/>
          <p:nvPr>
            <p:ph type="ctrTitle"/>
          </p:nvPr>
        </p:nvSpPr>
        <p:spPr>
          <a:xfrm>
            <a:off x="855000" y="909263"/>
            <a:ext cx="4284000" cy="698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lvl1pPr lvl="0" algn="l">
              <a:lnSpc>
                <a:spcPct val="100000"/>
              </a:lnSpc>
              <a:spcBef>
                <a:spcPts val="0"/>
              </a:spcBef>
              <a:spcAft>
                <a:spcPts val="0"/>
              </a:spcAft>
              <a:buSzPts val="5200"/>
              <a:buNone/>
              <a:defRPr sz="6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78" name="Google Shape;2178;p158"/>
          <p:cNvSpPr txBox="1"/>
          <p:nvPr>
            <p:ph idx="1" type="subTitle"/>
          </p:nvPr>
        </p:nvSpPr>
        <p:spPr>
          <a:xfrm>
            <a:off x="1004900" y="1739750"/>
            <a:ext cx="2754900" cy="129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179" name="Google Shape;2179;p158"/>
          <p:cNvGrpSpPr/>
          <p:nvPr/>
        </p:nvGrpSpPr>
        <p:grpSpPr>
          <a:xfrm>
            <a:off x="-880346" y="-180100"/>
            <a:ext cx="11110743" cy="6702141"/>
            <a:chOff x="-880346" y="-180100"/>
            <a:chExt cx="11110743" cy="6702141"/>
          </a:xfrm>
        </p:grpSpPr>
        <p:grpSp>
          <p:nvGrpSpPr>
            <p:cNvPr id="2180" name="Google Shape;2180;p158"/>
            <p:cNvGrpSpPr/>
            <p:nvPr/>
          </p:nvGrpSpPr>
          <p:grpSpPr>
            <a:xfrm rot="-2700000">
              <a:off x="105533" y="4132337"/>
              <a:ext cx="616864" cy="614808"/>
              <a:chOff x="2588041" y="-11077"/>
              <a:chExt cx="511959" cy="510252"/>
            </a:xfrm>
          </p:grpSpPr>
          <p:cxnSp>
            <p:nvCxnSpPr>
              <p:cNvPr id="2181" name="Google Shape;2181;p158"/>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2182" name="Google Shape;2182;p158"/>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3" name="Google Shape;2183;p158"/>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84" name="Google Shape;2184;p158"/>
            <p:cNvGrpSpPr/>
            <p:nvPr/>
          </p:nvGrpSpPr>
          <p:grpSpPr>
            <a:xfrm>
              <a:off x="3637685" y="4875212"/>
              <a:ext cx="1868687" cy="1646829"/>
              <a:chOff x="2757488" y="0"/>
              <a:chExt cx="1738314" cy="1531934"/>
            </a:xfrm>
          </p:grpSpPr>
          <p:sp>
            <p:nvSpPr>
              <p:cNvPr id="2185" name="Google Shape;2185;p158"/>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6" name="Google Shape;2186;p158"/>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7" name="Google Shape;2187;p158"/>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88" name="Google Shape;2188;p158"/>
            <p:cNvGrpSpPr/>
            <p:nvPr/>
          </p:nvGrpSpPr>
          <p:grpSpPr>
            <a:xfrm rot="-8100000">
              <a:off x="169518" y="140759"/>
              <a:ext cx="649282" cy="179386"/>
              <a:chOff x="3525838" y="4135438"/>
              <a:chExt cx="649288" cy="179388"/>
            </a:xfrm>
          </p:grpSpPr>
          <p:sp>
            <p:nvSpPr>
              <p:cNvPr id="2189" name="Google Shape;2189;p158"/>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0" name="Google Shape;2190;p158"/>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1" name="Google Shape;2191;p158"/>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92" name="Google Shape;2192;p158"/>
            <p:cNvGrpSpPr/>
            <p:nvPr/>
          </p:nvGrpSpPr>
          <p:grpSpPr>
            <a:xfrm rot="10800000">
              <a:off x="-880346" y="229341"/>
              <a:ext cx="2153797" cy="455895"/>
              <a:chOff x="4630756" y="1700569"/>
              <a:chExt cx="2153797" cy="455895"/>
            </a:xfrm>
          </p:grpSpPr>
          <p:sp>
            <p:nvSpPr>
              <p:cNvPr id="2193" name="Google Shape;2193;p158"/>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4" name="Google Shape;2194;p158"/>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5" name="Google Shape;2195;p158"/>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96" name="Google Shape;2196;p158"/>
            <p:cNvGrpSpPr/>
            <p:nvPr/>
          </p:nvGrpSpPr>
          <p:grpSpPr>
            <a:xfrm rot="10800000">
              <a:off x="8076600" y="4211826"/>
              <a:ext cx="2153797" cy="455801"/>
              <a:chOff x="4886735" y="1558927"/>
              <a:chExt cx="2153797" cy="455801"/>
            </a:xfrm>
          </p:grpSpPr>
          <p:sp>
            <p:nvSpPr>
              <p:cNvPr id="2197" name="Google Shape;2197;p158"/>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8" name="Google Shape;2198;p158"/>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9" name="Google Shape;2199;p158"/>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00" name="Google Shape;2200;p158"/>
            <p:cNvGrpSpPr/>
            <p:nvPr/>
          </p:nvGrpSpPr>
          <p:grpSpPr>
            <a:xfrm rot="10800000">
              <a:off x="8644952" y="-180100"/>
              <a:ext cx="1017112" cy="1274803"/>
              <a:chOff x="3406775" y="1971675"/>
              <a:chExt cx="946151" cy="1185863"/>
            </a:xfrm>
          </p:grpSpPr>
          <p:sp>
            <p:nvSpPr>
              <p:cNvPr id="2201" name="Google Shape;2201;p158"/>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2" name="Google Shape;2202;p158"/>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3" name="Google Shape;2203;p158"/>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04" name="Google Shape;2204;p158"/>
            <p:cNvGrpSpPr/>
            <p:nvPr/>
          </p:nvGrpSpPr>
          <p:grpSpPr>
            <a:xfrm rot="10800000">
              <a:off x="8139798" y="151536"/>
              <a:ext cx="855055" cy="686105"/>
              <a:chOff x="3453366" y="1920396"/>
              <a:chExt cx="795400" cy="638237"/>
            </a:xfrm>
          </p:grpSpPr>
          <p:sp>
            <p:nvSpPr>
              <p:cNvPr id="2205" name="Google Shape;2205;p158"/>
              <p:cNvSpPr/>
              <p:nvPr/>
            </p:nvSpPr>
            <p:spPr>
              <a:xfrm>
                <a:off x="3483529" y="1948971"/>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6" name="Google Shape;2206;p158"/>
              <p:cNvSpPr/>
              <p:nvPr/>
            </p:nvSpPr>
            <p:spPr>
              <a:xfrm>
                <a:off x="4189966" y="2499833"/>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7" name="Google Shape;2207;p158"/>
              <p:cNvSpPr/>
              <p:nvPr/>
            </p:nvSpPr>
            <p:spPr>
              <a:xfrm>
                <a:off x="3453366" y="1920396"/>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2208" name="Google Shape;2208;p158"/>
          <p:cNvSpPr txBox="1"/>
          <p:nvPr/>
        </p:nvSpPr>
        <p:spPr>
          <a:xfrm>
            <a:off x="991775" y="3236275"/>
            <a:ext cx="3843000" cy="67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ssistant"/>
                <a:ea typeface="Assistant"/>
                <a:cs typeface="Assistant"/>
                <a:sym typeface="Assistant"/>
              </a:rPr>
              <a:t>CREDITS: This presentation template was created by </a:t>
            </a:r>
            <a:r>
              <a:rPr b="1" i="0" lang="en" sz="1200" u="none" cap="none" strike="noStrike">
                <a:solidFill>
                  <a:schemeClr val="dk1"/>
                </a:solidFill>
                <a:uFill>
                  <a:noFill/>
                </a:uFill>
                <a:latin typeface="Assistant"/>
                <a:ea typeface="Assistant"/>
                <a:cs typeface="Assistant"/>
                <a:sym typeface="Assistant"/>
                <a:hlinkClick r:id="rId3">
                  <a:extLst>
                    <a:ext uri="{A12FA001-AC4F-418D-AE19-62706E023703}">
                      <ahyp:hlinkClr val="tx"/>
                    </a:ext>
                  </a:extLst>
                </a:hlinkClick>
              </a:rPr>
              <a:t>Slidesgo</a:t>
            </a:r>
            <a:r>
              <a:rPr b="0" i="0" lang="en" sz="1200" u="none" cap="none" strike="noStrike">
                <a:solidFill>
                  <a:schemeClr val="dk1"/>
                </a:solidFill>
                <a:latin typeface="Assistant"/>
                <a:ea typeface="Assistant"/>
                <a:cs typeface="Assistant"/>
                <a:sym typeface="Assistant"/>
              </a:rPr>
              <a:t>, and includes icons by </a:t>
            </a:r>
            <a:r>
              <a:rPr b="1" i="0" lang="en" sz="1200" u="none" cap="none" strike="noStrike">
                <a:solidFill>
                  <a:schemeClr val="dk1"/>
                </a:solidFill>
                <a:uFill>
                  <a:noFill/>
                </a:uFill>
                <a:latin typeface="Assistant"/>
                <a:ea typeface="Assistant"/>
                <a:cs typeface="Assistant"/>
                <a:sym typeface="Assistant"/>
                <a:hlinkClick r:id="rId4">
                  <a:extLst>
                    <a:ext uri="{A12FA001-AC4F-418D-AE19-62706E023703}">
                      <ahyp:hlinkClr val="tx"/>
                    </a:ext>
                  </a:extLst>
                </a:hlinkClick>
              </a:rPr>
              <a:t>Flaticon</a:t>
            </a:r>
            <a:r>
              <a:rPr b="0" i="0" lang="en" sz="1200" u="none" cap="none" strike="noStrike">
                <a:solidFill>
                  <a:schemeClr val="dk1"/>
                </a:solidFill>
                <a:latin typeface="Assistant"/>
                <a:ea typeface="Assistant"/>
                <a:cs typeface="Assistant"/>
                <a:sym typeface="Assistant"/>
              </a:rPr>
              <a:t>, and infographics &amp; images by </a:t>
            </a:r>
            <a:r>
              <a:rPr b="1" i="0" lang="en" sz="1200" u="none" cap="none" strike="noStrike">
                <a:solidFill>
                  <a:schemeClr val="dk1"/>
                </a:solidFill>
                <a:uFill>
                  <a:noFill/>
                </a:uFill>
                <a:latin typeface="Assistant"/>
                <a:ea typeface="Assistant"/>
                <a:cs typeface="Assistant"/>
                <a:sym typeface="Assistant"/>
                <a:hlinkClick r:id="rId5">
                  <a:extLst>
                    <a:ext uri="{A12FA001-AC4F-418D-AE19-62706E023703}">
                      <ahyp:hlinkClr val="tx"/>
                    </a:ext>
                  </a:extLst>
                </a:hlinkClick>
              </a:rPr>
              <a:t>Freepik</a:t>
            </a:r>
            <a:endParaRPr b="1" i="0" sz="1200" u="none" cap="none" strike="noStrike">
              <a:solidFill>
                <a:schemeClr val="dk1"/>
              </a:solidFill>
              <a:latin typeface="Assistant"/>
              <a:ea typeface="Assistant"/>
              <a:cs typeface="Assistant"/>
              <a:sym typeface="Assistant"/>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209" name="Shape 2209"/>
        <p:cNvGrpSpPr/>
        <p:nvPr/>
      </p:nvGrpSpPr>
      <p:grpSpPr>
        <a:xfrm>
          <a:off x="0" y="0"/>
          <a:ext cx="0" cy="0"/>
          <a:chOff x="0" y="0"/>
          <a:chExt cx="0" cy="0"/>
        </a:xfrm>
      </p:grpSpPr>
      <p:pic>
        <p:nvPicPr>
          <p:cNvPr id="2210" name="Google Shape;2210;p159"/>
          <p:cNvPicPr preferRelativeResize="0"/>
          <p:nvPr/>
        </p:nvPicPr>
        <p:blipFill rotWithShape="1">
          <a:blip r:embed="rId2">
            <a:alphaModFix/>
          </a:blip>
          <a:srcRect b="8581" l="922" r="922" t="8581"/>
          <a:stretch/>
        </p:blipFill>
        <p:spPr>
          <a:xfrm>
            <a:off x="0" y="0"/>
            <a:ext cx="9144000" cy="5143500"/>
          </a:xfrm>
          <a:prstGeom prst="rect">
            <a:avLst/>
          </a:prstGeom>
          <a:noFill/>
          <a:ln>
            <a:noFill/>
          </a:ln>
        </p:spPr>
      </p:pic>
      <p:grpSp>
        <p:nvGrpSpPr>
          <p:cNvPr id="2211" name="Google Shape;2211;p159"/>
          <p:cNvGrpSpPr/>
          <p:nvPr/>
        </p:nvGrpSpPr>
        <p:grpSpPr>
          <a:xfrm>
            <a:off x="-880346" y="-366298"/>
            <a:ext cx="11110755" cy="7155496"/>
            <a:chOff x="-880346" y="-213898"/>
            <a:chExt cx="11110755" cy="7155496"/>
          </a:xfrm>
        </p:grpSpPr>
        <p:grpSp>
          <p:nvGrpSpPr>
            <p:cNvPr id="2212" name="Google Shape;2212;p159"/>
            <p:cNvGrpSpPr/>
            <p:nvPr/>
          </p:nvGrpSpPr>
          <p:grpSpPr>
            <a:xfrm rot="-2700000">
              <a:off x="1685409" y="4875369"/>
              <a:ext cx="1868589" cy="1646743"/>
              <a:chOff x="2757488" y="0"/>
              <a:chExt cx="1738314" cy="1531934"/>
            </a:xfrm>
          </p:grpSpPr>
          <p:sp>
            <p:nvSpPr>
              <p:cNvPr id="2213" name="Google Shape;2213;p15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4" name="Google Shape;2214;p15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5" name="Google Shape;2215;p15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16" name="Google Shape;2216;p159"/>
            <p:cNvGrpSpPr/>
            <p:nvPr/>
          </p:nvGrpSpPr>
          <p:grpSpPr>
            <a:xfrm rot="10800000">
              <a:off x="-880346" y="229341"/>
              <a:ext cx="2153797" cy="455895"/>
              <a:chOff x="4630756" y="1700569"/>
              <a:chExt cx="2153797" cy="455895"/>
            </a:xfrm>
          </p:grpSpPr>
          <p:sp>
            <p:nvSpPr>
              <p:cNvPr id="2217" name="Google Shape;2217;p159"/>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8" name="Google Shape;2218;p159"/>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9" name="Google Shape;2219;p159"/>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20" name="Google Shape;2220;p159"/>
            <p:cNvGrpSpPr/>
            <p:nvPr/>
          </p:nvGrpSpPr>
          <p:grpSpPr>
            <a:xfrm rot="10800000">
              <a:off x="8076612" y="2786126"/>
              <a:ext cx="2153797" cy="455801"/>
              <a:chOff x="4886735" y="1558927"/>
              <a:chExt cx="2153797" cy="455801"/>
            </a:xfrm>
          </p:grpSpPr>
          <p:sp>
            <p:nvSpPr>
              <p:cNvPr id="2221" name="Google Shape;2221;p159"/>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2" name="Google Shape;2222;p159"/>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3" name="Google Shape;2223;p159"/>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24" name="Google Shape;2224;p159"/>
            <p:cNvGrpSpPr/>
            <p:nvPr/>
          </p:nvGrpSpPr>
          <p:grpSpPr>
            <a:xfrm rot="10800000">
              <a:off x="8644952" y="-180100"/>
              <a:ext cx="1017112" cy="1274803"/>
              <a:chOff x="3406775" y="1971675"/>
              <a:chExt cx="946151" cy="1185863"/>
            </a:xfrm>
          </p:grpSpPr>
          <p:sp>
            <p:nvSpPr>
              <p:cNvPr id="2225" name="Google Shape;2225;p15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6" name="Google Shape;2226;p15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7" name="Google Shape;2227;p15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28" name="Google Shape;2228;p159"/>
            <p:cNvGrpSpPr/>
            <p:nvPr/>
          </p:nvGrpSpPr>
          <p:grpSpPr>
            <a:xfrm rot="10800000">
              <a:off x="8063598" y="-864"/>
              <a:ext cx="855055" cy="686105"/>
              <a:chOff x="3524250" y="2062163"/>
              <a:chExt cx="795400" cy="638237"/>
            </a:xfrm>
          </p:grpSpPr>
          <p:sp>
            <p:nvSpPr>
              <p:cNvPr id="2229" name="Google Shape;2229;p159"/>
              <p:cNvSpPr/>
              <p:nvPr/>
            </p:nvSpPr>
            <p:spPr>
              <a:xfrm>
                <a:off x="3554413" y="2090738"/>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0" name="Google Shape;2230;p159"/>
              <p:cNvSpPr/>
              <p:nvPr/>
            </p:nvSpPr>
            <p:spPr>
              <a:xfrm>
                <a:off x="4260850" y="2641600"/>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1" name="Google Shape;2231;p159"/>
              <p:cNvSpPr/>
              <p:nvPr/>
            </p:nvSpPr>
            <p:spPr>
              <a:xfrm>
                <a:off x="3524250" y="2062163"/>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32" name="Google Shape;2232;p159"/>
            <p:cNvGrpSpPr/>
            <p:nvPr/>
          </p:nvGrpSpPr>
          <p:grpSpPr>
            <a:xfrm rot="-1800044">
              <a:off x="5643720" y="5236437"/>
              <a:ext cx="2153749" cy="455791"/>
              <a:chOff x="4886735" y="1558927"/>
              <a:chExt cx="2153797" cy="455801"/>
            </a:xfrm>
          </p:grpSpPr>
          <p:sp>
            <p:nvSpPr>
              <p:cNvPr id="2233" name="Google Shape;2233;p159"/>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4" name="Google Shape;2234;p159"/>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5" name="Google Shape;2235;p159"/>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36" name="Google Shape;2236;p159"/>
            <p:cNvGrpSpPr/>
            <p:nvPr/>
          </p:nvGrpSpPr>
          <p:grpSpPr>
            <a:xfrm rot="9900119">
              <a:off x="105406" y="-149"/>
              <a:ext cx="1868723" cy="1646861"/>
              <a:chOff x="2757488" y="0"/>
              <a:chExt cx="1738314" cy="1531934"/>
            </a:xfrm>
          </p:grpSpPr>
          <p:sp>
            <p:nvSpPr>
              <p:cNvPr id="2237" name="Google Shape;2237;p159"/>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8" name="Google Shape;2238;p159"/>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9" name="Google Shape;2239;p159"/>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40" name="Google Shape;2240;p159"/>
            <p:cNvGrpSpPr/>
            <p:nvPr/>
          </p:nvGrpSpPr>
          <p:grpSpPr>
            <a:xfrm rot="6299881">
              <a:off x="-189815" y="4227447"/>
              <a:ext cx="1017132" cy="1274827"/>
              <a:chOff x="3406775" y="1971675"/>
              <a:chExt cx="946151" cy="1185863"/>
            </a:xfrm>
          </p:grpSpPr>
          <p:sp>
            <p:nvSpPr>
              <p:cNvPr id="2241" name="Google Shape;2241;p159"/>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2" name="Google Shape;2242;p159"/>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3" name="Google Shape;2243;p159"/>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244" name="Shape 2244"/>
        <p:cNvGrpSpPr/>
        <p:nvPr/>
      </p:nvGrpSpPr>
      <p:grpSpPr>
        <a:xfrm>
          <a:off x="0" y="0"/>
          <a:ext cx="0" cy="0"/>
          <a:chOff x="0" y="0"/>
          <a:chExt cx="0" cy="0"/>
        </a:xfrm>
      </p:grpSpPr>
      <p:pic>
        <p:nvPicPr>
          <p:cNvPr id="2245" name="Google Shape;2245;p160"/>
          <p:cNvPicPr preferRelativeResize="0"/>
          <p:nvPr/>
        </p:nvPicPr>
        <p:blipFill rotWithShape="1">
          <a:blip r:embed="rId2">
            <a:alphaModFix/>
          </a:blip>
          <a:srcRect b="8933" l="893" r="922" t="8578"/>
          <a:stretch/>
        </p:blipFill>
        <p:spPr>
          <a:xfrm rot="10800000">
            <a:off x="0" y="21924"/>
            <a:ext cx="9146425" cy="5121576"/>
          </a:xfrm>
          <a:prstGeom prst="rect">
            <a:avLst/>
          </a:prstGeom>
          <a:noFill/>
          <a:ln>
            <a:noFill/>
          </a:ln>
        </p:spPr>
      </p:pic>
      <p:grpSp>
        <p:nvGrpSpPr>
          <p:cNvPr id="2246" name="Google Shape;2246;p160"/>
          <p:cNvGrpSpPr/>
          <p:nvPr/>
        </p:nvGrpSpPr>
        <p:grpSpPr>
          <a:xfrm>
            <a:off x="-880346" y="-694985"/>
            <a:ext cx="11679105" cy="6895128"/>
            <a:chOff x="-880346" y="-694985"/>
            <a:chExt cx="11679105" cy="6895128"/>
          </a:xfrm>
        </p:grpSpPr>
        <p:grpSp>
          <p:nvGrpSpPr>
            <p:cNvPr id="2247" name="Google Shape;2247;p160"/>
            <p:cNvGrpSpPr/>
            <p:nvPr/>
          </p:nvGrpSpPr>
          <p:grpSpPr>
            <a:xfrm rot="-2700000">
              <a:off x="185733" y="3079512"/>
              <a:ext cx="616864" cy="614808"/>
              <a:chOff x="2588041" y="-11077"/>
              <a:chExt cx="511959" cy="510252"/>
            </a:xfrm>
          </p:grpSpPr>
          <p:cxnSp>
            <p:nvCxnSpPr>
              <p:cNvPr id="2248" name="Google Shape;2248;p160"/>
              <p:cNvCxnSpPr/>
              <p:nvPr/>
            </p:nvCxnSpPr>
            <p:spPr>
              <a:xfrm flipH="1">
                <a:off x="2622263" y="23054"/>
                <a:ext cx="441900" cy="441900"/>
              </a:xfrm>
              <a:prstGeom prst="straightConnector1">
                <a:avLst/>
              </a:prstGeom>
              <a:noFill/>
              <a:ln cap="rnd" cmpd="sng" w="9525">
                <a:solidFill>
                  <a:schemeClr val="dk2"/>
                </a:solidFill>
                <a:prstDash val="solid"/>
                <a:round/>
                <a:headEnd len="sm" w="sm" type="none"/>
                <a:tailEnd len="sm" w="sm" type="none"/>
              </a:ln>
            </p:spPr>
          </p:cxnSp>
          <p:sp>
            <p:nvSpPr>
              <p:cNvPr id="2249" name="Google Shape;2249;p160"/>
              <p:cNvSpPr/>
              <p:nvPr/>
            </p:nvSpPr>
            <p:spPr>
              <a:xfrm>
                <a:off x="3030032" y="-11077"/>
                <a:ext cx="69968" cy="69968"/>
              </a:xfrm>
              <a:custGeom>
                <a:rect b="b" l="l" r="r" t="t"/>
                <a:pathLst>
                  <a:path extrusionOk="0" h="160" w="160">
                    <a:moveTo>
                      <a:pt x="28" y="28"/>
                    </a:moveTo>
                    <a:cubicBezTo>
                      <a:pt x="57" y="0"/>
                      <a:pt x="103" y="0"/>
                      <a:pt x="131" y="28"/>
                    </a:cubicBezTo>
                    <a:cubicBezTo>
                      <a:pt x="160" y="57"/>
                      <a:pt x="160" y="103"/>
                      <a:pt x="131" y="131"/>
                    </a:cubicBezTo>
                    <a:cubicBezTo>
                      <a:pt x="103" y="160"/>
                      <a:pt x="57" y="160"/>
                      <a:pt x="28" y="131"/>
                    </a:cubicBezTo>
                    <a:cubicBezTo>
                      <a:pt x="0" y="103"/>
                      <a:pt x="0" y="57"/>
                      <a:pt x="28" y="28"/>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0" name="Google Shape;2250;p160"/>
              <p:cNvSpPr/>
              <p:nvPr/>
            </p:nvSpPr>
            <p:spPr>
              <a:xfrm>
                <a:off x="2588041" y="429207"/>
                <a:ext cx="69968" cy="69968"/>
              </a:xfrm>
              <a:custGeom>
                <a:rect b="b" l="l" r="r" t="t"/>
                <a:pathLst>
                  <a:path extrusionOk="0" h="160" w="160">
                    <a:moveTo>
                      <a:pt x="29" y="29"/>
                    </a:moveTo>
                    <a:cubicBezTo>
                      <a:pt x="0" y="57"/>
                      <a:pt x="0" y="103"/>
                      <a:pt x="29" y="132"/>
                    </a:cubicBezTo>
                    <a:cubicBezTo>
                      <a:pt x="57" y="160"/>
                      <a:pt x="103" y="160"/>
                      <a:pt x="132" y="132"/>
                    </a:cubicBezTo>
                    <a:cubicBezTo>
                      <a:pt x="160" y="103"/>
                      <a:pt x="160" y="57"/>
                      <a:pt x="132" y="29"/>
                    </a:cubicBezTo>
                    <a:cubicBezTo>
                      <a:pt x="103" y="0"/>
                      <a:pt x="57" y="0"/>
                      <a:pt x="29"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51" name="Google Shape;2251;p160"/>
            <p:cNvGrpSpPr/>
            <p:nvPr/>
          </p:nvGrpSpPr>
          <p:grpSpPr>
            <a:xfrm rot="-8100000">
              <a:off x="169518" y="140759"/>
              <a:ext cx="649282" cy="179386"/>
              <a:chOff x="3525838" y="4135438"/>
              <a:chExt cx="649288" cy="179388"/>
            </a:xfrm>
          </p:grpSpPr>
          <p:sp>
            <p:nvSpPr>
              <p:cNvPr id="2252" name="Google Shape;2252;p160"/>
              <p:cNvSpPr/>
              <p:nvPr/>
            </p:nvSpPr>
            <p:spPr>
              <a:xfrm>
                <a:off x="3557588" y="4135438"/>
                <a:ext cx="584199" cy="146050"/>
              </a:xfrm>
              <a:custGeom>
                <a:rect b="b" l="l" r="r" t="t"/>
                <a:pathLst>
                  <a:path extrusionOk="0" h="359" w="1432">
                    <a:moveTo>
                      <a:pt x="0" y="359"/>
                    </a:moveTo>
                    <a:lnTo>
                      <a:pt x="358" y="0"/>
                    </a:lnTo>
                    <a:lnTo>
                      <a:pt x="1221" y="0"/>
                    </a:lnTo>
                    <a:lnTo>
                      <a:pt x="1432" y="211"/>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3" name="Google Shape;2253;p160"/>
              <p:cNvSpPr/>
              <p:nvPr/>
            </p:nvSpPr>
            <p:spPr>
              <a:xfrm>
                <a:off x="3525838" y="4249738"/>
                <a:ext cx="65088" cy="65088"/>
              </a:xfrm>
              <a:custGeom>
                <a:rect b="b" l="l" r="r" t="t"/>
                <a:pathLst>
                  <a:path extrusionOk="0" h="160" w="160">
                    <a:moveTo>
                      <a:pt x="131" y="131"/>
                    </a:moveTo>
                    <a:cubicBezTo>
                      <a:pt x="103" y="160"/>
                      <a:pt x="57" y="160"/>
                      <a:pt x="28" y="131"/>
                    </a:cubicBezTo>
                    <a:cubicBezTo>
                      <a:pt x="0" y="103"/>
                      <a:pt x="0" y="57"/>
                      <a:pt x="28" y="28"/>
                    </a:cubicBezTo>
                    <a:cubicBezTo>
                      <a:pt x="57" y="0"/>
                      <a:pt x="103" y="0"/>
                      <a:pt x="131" y="28"/>
                    </a:cubicBezTo>
                    <a:cubicBezTo>
                      <a:pt x="160" y="57"/>
                      <a:pt x="160" y="103"/>
                      <a:pt x="131" y="131"/>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4" name="Google Shape;2254;p160"/>
              <p:cNvSpPr/>
              <p:nvPr/>
            </p:nvSpPr>
            <p:spPr>
              <a:xfrm>
                <a:off x="4110038" y="4189413"/>
                <a:ext cx="65088" cy="65088"/>
              </a:xfrm>
              <a:custGeom>
                <a:rect b="b" l="l" r="r" t="t"/>
                <a:pathLst>
                  <a:path extrusionOk="0" h="160" w="160">
                    <a:moveTo>
                      <a:pt x="28" y="132"/>
                    </a:moveTo>
                    <a:cubicBezTo>
                      <a:pt x="57" y="160"/>
                      <a:pt x="103" y="160"/>
                      <a:pt x="131" y="132"/>
                    </a:cubicBezTo>
                    <a:cubicBezTo>
                      <a:pt x="160" y="103"/>
                      <a:pt x="160" y="57"/>
                      <a:pt x="131" y="29"/>
                    </a:cubicBezTo>
                    <a:cubicBezTo>
                      <a:pt x="103" y="0"/>
                      <a:pt x="57" y="0"/>
                      <a:pt x="28" y="29"/>
                    </a:cubicBezTo>
                    <a:cubicBezTo>
                      <a:pt x="0" y="57"/>
                      <a:pt x="0" y="103"/>
                      <a:pt x="28" y="132"/>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55" name="Google Shape;2255;p160"/>
            <p:cNvGrpSpPr/>
            <p:nvPr/>
          </p:nvGrpSpPr>
          <p:grpSpPr>
            <a:xfrm rot="10800000">
              <a:off x="-880346" y="229341"/>
              <a:ext cx="2153797" cy="455895"/>
              <a:chOff x="4630756" y="1700569"/>
              <a:chExt cx="2153797" cy="455895"/>
            </a:xfrm>
          </p:grpSpPr>
          <p:sp>
            <p:nvSpPr>
              <p:cNvPr id="2256" name="Google Shape;2256;p160"/>
              <p:cNvSpPr/>
              <p:nvPr/>
            </p:nvSpPr>
            <p:spPr>
              <a:xfrm>
                <a:off x="4663179" y="1732993"/>
                <a:ext cx="2090506" cy="390797"/>
              </a:xfrm>
              <a:custGeom>
                <a:rect b="b" l="l" r="r" t="t"/>
                <a:pathLst>
                  <a:path extrusionOk="0" h="893" w="4768">
                    <a:moveTo>
                      <a:pt x="4768" y="0"/>
                    </a:moveTo>
                    <a:lnTo>
                      <a:pt x="3535" y="0"/>
                    </a:lnTo>
                    <a:lnTo>
                      <a:pt x="2643" y="893"/>
                    </a:lnTo>
                    <a:lnTo>
                      <a:pt x="0" y="893"/>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7" name="Google Shape;2257;p160"/>
              <p:cNvSpPr/>
              <p:nvPr/>
            </p:nvSpPr>
            <p:spPr>
              <a:xfrm>
                <a:off x="6721253" y="1700569"/>
                <a:ext cx="633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8" name="Google Shape;2258;p160"/>
              <p:cNvSpPr/>
              <p:nvPr/>
            </p:nvSpPr>
            <p:spPr>
              <a:xfrm>
                <a:off x="4630756" y="2091364"/>
                <a:ext cx="651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59" name="Google Shape;2259;p160"/>
            <p:cNvGrpSpPr/>
            <p:nvPr/>
          </p:nvGrpSpPr>
          <p:grpSpPr>
            <a:xfrm rot="10800000">
              <a:off x="8644962" y="2786126"/>
              <a:ext cx="2153797" cy="455801"/>
              <a:chOff x="4886735" y="1558927"/>
              <a:chExt cx="2153797" cy="455801"/>
            </a:xfrm>
          </p:grpSpPr>
          <p:sp>
            <p:nvSpPr>
              <p:cNvPr id="2260" name="Google Shape;2260;p160"/>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1" name="Google Shape;2261;p160"/>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2" name="Google Shape;2262;p160"/>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63" name="Google Shape;2263;p160"/>
            <p:cNvGrpSpPr/>
            <p:nvPr/>
          </p:nvGrpSpPr>
          <p:grpSpPr>
            <a:xfrm rot="10800000">
              <a:off x="8644952" y="-180100"/>
              <a:ext cx="1017112" cy="1274803"/>
              <a:chOff x="3406775" y="1971675"/>
              <a:chExt cx="946151" cy="1185863"/>
            </a:xfrm>
          </p:grpSpPr>
          <p:sp>
            <p:nvSpPr>
              <p:cNvPr id="2264" name="Google Shape;2264;p160"/>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5" name="Google Shape;2265;p160"/>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6" name="Google Shape;2266;p160"/>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67" name="Google Shape;2267;p160"/>
            <p:cNvGrpSpPr/>
            <p:nvPr/>
          </p:nvGrpSpPr>
          <p:grpSpPr>
            <a:xfrm rot="10800000">
              <a:off x="8063598" y="49354"/>
              <a:ext cx="855055" cy="686105"/>
              <a:chOff x="3524250" y="2015449"/>
              <a:chExt cx="795400" cy="638237"/>
            </a:xfrm>
          </p:grpSpPr>
          <p:sp>
            <p:nvSpPr>
              <p:cNvPr id="2268" name="Google Shape;2268;p160"/>
              <p:cNvSpPr/>
              <p:nvPr/>
            </p:nvSpPr>
            <p:spPr>
              <a:xfrm>
                <a:off x="3554413" y="2044024"/>
                <a:ext cx="736598" cy="581026"/>
              </a:xfrm>
              <a:custGeom>
                <a:rect b="b" l="l" r="r" t="t"/>
                <a:pathLst>
                  <a:path extrusionOk="0" h="1422" w="1805">
                    <a:moveTo>
                      <a:pt x="1805" y="1422"/>
                    </a:moveTo>
                    <a:lnTo>
                      <a:pt x="729" y="1422"/>
                    </a:lnTo>
                    <a:lnTo>
                      <a:pt x="0" y="693"/>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9" name="Google Shape;2269;p160"/>
              <p:cNvSpPr/>
              <p:nvPr/>
            </p:nvSpPr>
            <p:spPr>
              <a:xfrm>
                <a:off x="4260850" y="2594886"/>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0" name="Google Shape;2270;p160"/>
              <p:cNvSpPr/>
              <p:nvPr/>
            </p:nvSpPr>
            <p:spPr>
              <a:xfrm>
                <a:off x="3524250" y="2015449"/>
                <a:ext cx="603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71" name="Google Shape;2271;p160"/>
            <p:cNvGrpSpPr/>
            <p:nvPr/>
          </p:nvGrpSpPr>
          <p:grpSpPr>
            <a:xfrm rot="-899881">
              <a:off x="7944639" y="-481236"/>
              <a:ext cx="1868723" cy="1646861"/>
              <a:chOff x="2757488" y="0"/>
              <a:chExt cx="1738314" cy="1531934"/>
            </a:xfrm>
          </p:grpSpPr>
          <p:sp>
            <p:nvSpPr>
              <p:cNvPr id="2272" name="Google Shape;2272;p160"/>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3" name="Google Shape;2273;p160"/>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4" name="Google Shape;2274;p160"/>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75" name="Google Shape;2275;p160"/>
            <p:cNvGrpSpPr/>
            <p:nvPr/>
          </p:nvGrpSpPr>
          <p:grpSpPr>
            <a:xfrm rot="9900119">
              <a:off x="105406" y="-149"/>
              <a:ext cx="1868723" cy="1646861"/>
              <a:chOff x="2757488" y="0"/>
              <a:chExt cx="1738314" cy="1531934"/>
            </a:xfrm>
          </p:grpSpPr>
          <p:sp>
            <p:nvSpPr>
              <p:cNvPr id="2276" name="Google Shape;2276;p160"/>
              <p:cNvSpPr/>
              <p:nvPr/>
            </p:nvSpPr>
            <p:spPr>
              <a:xfrm>
                <a:off x="2786063" y="30163"/>
                <a:ext cx="1709739" cy="1501771"/>
              </a:xfrm>
              <a:custGeom>
                <a:rect b="b" l="l" r="r" t="t"/>
                <a:pathLst>
                  <a:path extrusionOk="0" h="3683" w="4192">
                    <a:moveTo>
                      <a:pt x="3874" y="0"/>
                    </a:moveTo>
                    <a:lnTo>
                      <a:pt x="3874" y="1423"/>
                    </a:lnTo>
                    <a:lnTo>
                      <a:pt x="4192" y="1742"/>
                    </a:lnTo>
                    <a:lnTo>
                      <a:pt x="4192" y="2604"/>
                    </a:lnTo>
                    <a:lnTo>
                      <a:pt x="3125" y="3683"/>
                    </a:lnTo>
                    <a:lnTo>
                      <a:pt x="2364" y="3683"/>
                    </a:lnTo>
                    <a:lnTo>
                      <a:pt x="1917" y="3236"/>
                    </a:lnTo>
                    <a:lnTo>
                      <a:pt x="1299" y="3236"/>
                    </a:lnTo>
                    <a:lnTo>
                      <a:pt x="999" y="3536"/>
                    </a:lnTo>
                    <a:lnTo>
                      <a:pt x="0" y="3535"/>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7" name="Google Shape;2277;p160"/>
              <p:cNvSpPr/>
              <p:nvPr/>
            </p:nvSpPr>
            <p:spPr>
              <a:xfrm>
                <a:off x="2757488" y="1441450"/>
                <a:ext cx="58738" cy="60325"/>
              </a:xfrm>
              <a:custGeom>
                <a:rect b="b" l="l" r="r" t="t"/>
                <a:pathLst>
                  <a:path extrusionOk="0" h="146" w="146">
                    <a:moveTo>
                      <a:pt x="73" y="0"/>
                    </a:moveTo>
                    <a:cubicBezTo>
                      <a:pt x="33" y="0"/>
                      <a:pt x="0" y="32"/>
                      <a:pt x="0" y="73"/>
                    </a:cubicBezTo>
                    <a:cubicBezTo>
                      <a:pt x="0" y="113"/>
                      <a:pt x="32" y="146"/>
                      <a:pt x="73" y="146"/>
                    </a:cubicBezTo>
                    <a:cubicBezTo>
                      <a:pt x="113" y="146"/>
                      <a:pt x="146" y="113"/>
                      <a:pt x="146" y="73"/>
                    </a:cubicBezTo>
                    <a:cubicBezTo>
                      <a:pt x="146" y="33"/>
                      <a:pt x="113" y="0"/>
                      <a:pt x="73" y="0"/>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8" name="Google Shape;2278;p160"/>
              <p:cNvSpPr/>
              <p:nvPr/>
            </p:nvSpPr>
            <p:spPr>
              <a:xfrm>
                <a:off x="4337050" y="0"/>
                <a:ext cx="58800" cy="60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79" name="Google Shape;2279;p160"/>
            <p:cNvGrpSpPr/>
            <p:nvPr/>
          </p:nvGrpSpPr>
          <p:grpSpPr>
            <a:xfrm rot="6299881">
              <a:off x="1424035" y="4622272"/>
              <a:ext cx="1017132" cy="1274827"/>
              <a:chOff x="3406775" y="1971675"/>
              <a:chExt cx="946151" cy="1185863"/>
            </a:xfrm>
          </p:grpSpPr>
          <p:sp>
            <p:nvSpPr>
              <p:cNvPr id="2280" name="Google Shape;2280;p160"/>
              <p:cNvSpPr/>
              <p:nvPr/>
            </p:nvSpPr>
            <p:spPr>
              <a:xfrm>
                <a:off x="3435350" y="2001838"/>
                <a:ext cx="884237" cy="1122365"/>
              </a:xfrm>
              <a:custGeom>
                <a:rect b="b" l="l" r="r" t="t"/>
                <a:pathLst>
                  <a:path extrusionOk="0" h="2754" w="2170">
                    <a:moveTo>
                      <a:pt x="2170" y="2754"/>
                    </a:moveTo>
                    <a:lnTo>
                      <a:pt x="1376" y="1960"/>
                    </a:lnTo>
                    <a:lnTo>
                      <a:pt x="1006" y="1960"/>
                    </a:lnTo>
                    <a:lnTo>
                      <a:pt x="0" y="955"/>
                    </a:lnTo>
                    <a:lnTo>
                      <a:pt x="0"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1" name="Google Shape;2281;p160"/>
              <p:cNvSpPr/>
              <p:nvPr/>
            </p:nvSpPr>
            <p:spPr>
              <a:xfrm>
                <a:off x="4287838" y="3092450"/>
                <a:ext cx="65088" cy="65088"/>
              </a:xfrm>
              <a:custGeom>
                <a:rect b="b" l="l" r="r" t="t"/>
                <a:pathLst>
                  <a:path extrusionOk="0" h="160" w="160">
                    <a:moveTo>
                      <a:pt x="132" y="29"/>
                    </a:moveTo>
                    <a:cubicBezTo>
                      <a:pt x="160" y="57"/>
                      <a:pt x="160" y="103"/>
                      <a:pt x="132" y="132"/>
                    </a:cubicBezTo>
                    <a:cubicBezTo>
                      <a:pt x="104" y="160"/>
                      <a:pt x="57" y="160"/>
                      <a:pt x="29" y="132"/>
                    </a:cubicBezTo>
                    <a:cubicBezTo>
                      <a:pt x="0" y="103"/>
                      <a:pt x="0" y="57"/>
                      <a:pt x="29" y="29"/>
                    </a:cubicBezTo>
                    <a:cubicBezTo>
                      <a:pt x="57" y="0"/>
                      <a:pt x="104" y="0"/>
                      <a:pt x="132" y="29"/>
                    </a:cubicBezTo>
                    <a:close/>
                  </a:path>
                </a:pathLst>
              </a:cu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2" name="Google Shape;2282;p160"/>
              <p:cNvSpPr/>
              <p:nvPr/>
            </p:nvSpPr>
            <p:spPr>
              <a:xfrm>
                <a:off x="3406775" y="1971675"/>
                <a:ext cx="58800" cy="58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83" name="Google Shape;2283;p160"/>
            <p:cNvGrpSpPr/>
            <p:nvPr/>
          </p:nvGrpSpPr>
          <p:grpSpPr>
            <a:xfrm rot="-1800044">
              <a:off x="6178920" y="5236437"/>
              <a:ext cx="2153749" cy="455791"/>
              <a:chOff x="4886735" y="1558927"/>
              <a:chExt cx="2153797" cy="455801"/>
            </a:xfrm>
          </p:grpSpPr>
          <p:sp>
            <p:nvSpPr>
              <p:cNvPr id="2284" name="Google Shape;2284;p160"/>
              <p:cNvSpPr/>
              <p:nvPr/>
            </p:nvSpPr>
            <p:spPr>
              <a:xfrm>
                <a:off x="4919159" y="1591351"/>
                <a:ext cx="2090506" cy="390797"/>
              </a:xfrm>
              <a:custGeom>
                <a:rect b="b" l="l" r="r" t="t"/>
                <a:pathLst>
                  <a:path extrusionOk="0" h="893" w="4768">
                    <a:moveTo>
                      <a:pt x="0" y="893"/>
                    </a:moveTo>
                    <a:lnTo>
                      <a:pt x="1232" y="893"/>
                    </a:lnTo>
                    <a:lnTo>
                      <a:pt x="2125" y="0"/>
                    </a:lnTo>
                    <a:lnTo>
                      <a:pt x="4768" y="0"/>
                    </a:lnTo>
                  </a:path>
                </a:pathLst>
              </a:custGeom>
              <a:noFill/>
              <a:ln cap="rnd"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5" name="Google Shape;2285;p160"/>
              <p:cNvSpPr/>
              <p:nvPr/>
            </p:nvSpPr>
            <p:spPr>
              <a:xfrm>
                <a:off x="4886735" y="1951428"/>
                <a:ext cx="65100" cy="63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6" name="Google Shape;2286;p160"/>
              <p:cNvSpPr/>
              <p:nvPr/>
            </p:nvSpPr>
            <p:spPr>
              <a:xfrm>
                <a:off x="6977232" y="1558927"/>
                <a:ext cx="63300" cy="65100"/>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1.xml"/><Relationship Id="rId20" Type="http://schemas.openxmlformats.org/officeDocument/2006/relationships/slideLayout" Target="../slideLayouts/slideLayout61.xml"/><Relationship Id="rId42" Type="http://schemas.openxmlformats.org/officeDocument/2006/relationships/theme" Target="../theme/theme3.xml"/><Relationship Id="rId41" Type="http://schemas.openxmlformats.org/officeDocument/2006/relationships/slideLayout" Target="../slideLayouts/slideLayout82.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5" Type="http://schemas.openxmlformats.org/officeDocument/2006/relationships/slideLayout" Target="../slideLayouts/slideLayout46.xml"/><Relationship Id="rId6" Type="http://schemas.openxmlformats.org/officeDocument/2006/relationships/slideLayout" Target="../slideLayouts/slideLayout47.xml"/><Relationship Id="rId29" Type="http://schemas.openxmlformats.org/officeDocument/2006/relationships/slideLayout" Target="../slideLayouts/slideLayout70.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slideLayout" Target="../slideLayouts/slideLayout72.xml"/><Relationship Id="rId30" Type="http://schemas.openxmlformats.org/officeDocument/2006/relationships/slideLayout" Target="../slideLayouts/slideLayout71.xml"/><Relationship Id="rId11" Type="http://schemas.openxmlformats.org/officeDocument/2006/relationships/slideLayout" Target="../slideLayouts/slideLayout52.xml"/><Relationship Id="rId33" Type="http://schemas.openxmlformats.org/officeDocument/2006/relationships/slideLayout" Target="../slideLayouts/slideLayout74.xml"/><Relationship Id="rId10" Type="http://schemas.openxmlformats.org/officeDocument/2006/relationships/slideLayout" Target="../slideLayouts/slideLayout51.xml"/><Relationship Id="rId32" Type="http://schemas.openxmlformats.org/officeDocument/2006/relationships/slideLayout" Target="../slideLayouts/slideLayout73.xml"/><Relationship Id="rId13" Type="http://schemas.openxmlformats.org/officeDocument/2006/relationships/slideLayout" Target="../slideLayouts/slideLayout54.xml"/><Relationship Id="rId35" Type="http://schemas.openxmlformats.org/officeDocument/2006/relationships/slideLayout" Target="../slideLayouts/slideLayout76.xml"/><Relationship Id="rId12" Type="http://schemas.openxmlformats.org/officeDocument/2006/relationships/slideLayout" Target="../slideLayouts/slideLayout53.xml"/><Relationship Id="rId34" Type="http://schemas.openxmlformats.org/officeDocument/2006/relationships/slideLayout" Target="../slideLayouts/slideLayout75.xml"/><Relationship Id="rId15" Type="http://schemas.openxmlformats.org/officeDocument/2006/relationships/slideLayout" Target="../slideLayouts/slideLayout56.xml"/><Relationship Id="rId37" Type="http://schemas.openxmlformats.org/officeDocument/2006/relationships/slideLayout" Target="../slideLayouts/slideLayout78.xml"/><Relationship Id="rId14" Type="http://schemas.openxmlformats.org/officeDocument/2006/relationships/slideLayout" Target="../slideLayouts/slideLayout55.xml"/><Relationship Id="rId36" Type="http://schemas.openxmlformats.org/officeDocument/2006/relationships/slideLayout" Target="../slideLayouts/slideLayout77.xml"/><Relationship Id="rId17" Type="http://schemas.openxmlformats.org/officeDocument/2006/relationships/slideLayout" Target="../slideLayouts/slideLayout58.xml"/><Relationship Id="rId39" Type="http://schemas.openxmlformats.org/officeDocument/2006/relationships/slideLayout" Target="../slideLayouts/slideLayout80.xml"/><Relationship Id="rId16" Type="http://schemas.openxmlformats.org/officeDocument/2006/relationships/slideLayout" Target="../slideLayouts/slideLayout57.xml"/><Relationship Id="rId38" Type="http://schemas.openxmlformats.org/officeDocument/2006/relationships/slideLayout" Target="../slideLayouts/slideLayout79.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1pPr>
            <a:lvl2pPr lvl="1"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2pPr>
            <a:lvl3pPr lvl="2"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3pPr>
            <a:lvl4pPr lvl="3"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4pPr>
            <a:lvl5pPr lvl="4"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5pPr>
            <a:lvl6pPr lvl="5"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6pPr>
            <a:lvl7pPr lvl="6"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7pPr>
            <a:lvl8pPr lvl="7"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8pPr>
            <a:lvl9pPr lvl="8"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1"/>
              </a:buClr>
              <a:buSzPts val="1800"/>
              <a:buFont typeface="Assistant"/>
              <a:buChar char="●"/>
              <a:defRPr b="0" i="0" sz="1800" u="none" cap="none" strike="noStrike">
                <a:solidFill>
                  <a:schemeClr val="dk1"/>
                </a:solidFill>
                <a:latin typeface="Assistant"/>
                <a:ea typeface="Assistant"/>
                <a:cs typeface="Assistant"/>
                <a:sym typeface="Assistant"/>
              </a:defRPr>
            </a:lvl1pPr>
            <a:lvl2pPr indent="-317500" lvl="1" marL="9144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2pPr>
            <a:lvl3pPr indent="-317500" lvl="2" marL="13716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3pPr>
            <a:lvl4pPr indent="-317500" lvl="3" marL="18288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4pPr>
            <a:lvl5pPr indent="-317500" lvl="4" marL="22860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5pPr>
            <a:lvl6pPr indent="-317500" lvl="5" marL="27432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6pPr>
            <a:lvl7pPr indent="-317500" lvl="6" marL="32004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7pPr>
            <a:lvl8pPr indent="-317500" lvl="7" marL="36576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8pPr>
            <a:lvl9pPr indent="-317500" lvl="8" marL="41148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46" name="Shape 1146"/>
        <p:cNvGrpSpPr/>
        <p:nvPr/>
      </p:nvGrpSpPr>
      <p:grpSpPr>
        <a:xfrm>
          <a:off x="0" y="0"/>
          <a:ext cx="0" cy="0"/>
          <a:chOff x="0" y="0"/>
          <a:chExt cx="0" cy="0"/>
        </a:xfrm>
      </p:grpSpPr>
      <p:sp>
        <p:nvSpPr>
          <p:cNvPr id="1147" name="Google Shape;1147;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1pPr>
            <a:lvl2pPr lvl="1"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2pPr>
            <a:lvl3pPr lvl="2"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3pPr>
            <a:lvl4pPr lvl="3"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4pPr>
            <a:lvl5pPr lvl="4"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5pPr>
            <a:lvl6pPr lvl="5"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6pPr>
            <a:lvl7pPr lvl="6"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7pPr>
            <a:lvl8pPr lvl="7"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8pPr>
            <a:lvl9pPr lvl="8" marR="0" rtl="0" algn="l">
              <a:lnSpc>
                <a:spcPct val="100000"/>
              </a:lnSpc>
              <a:spcBef>
                <a:spcPts val="0"/>
              </a:spcBef>
              <a:spcAft>
                <a:spcPts val="0"/>
              </a:spcAft>
              <a:buClr>
                <a:schemeClr val="dk1"/>
              </a:buClr>
              <a:buSzPts val="2800"/>
              <a:buFont typeface="Allerta Stencil"/>
              <a:buNone/>
              <a:defRPr b="0" i="0" sz="2800" u="none" cap="none" strike="noStrike">
                <a:solidFill>
                  <a:schemeClr val="dk1"/>
                </a:solidFill>
                <a:latin typeface="Allerta Stencil"/>
                <a:ea typeface="Allerta Stencil"/>
                <a:cs typeface="Allerta Stencil"/>
                <a:sym typeface="Allerta Stencil"/>
              </a:defRPr>
            </a:lvl9pPr>
          </a:lstStyle>
          <a:p/>
        </p:txBody>
      </p:sp>
      <p:sp>
        <p:nvSpPr>
          <p:cNvPr id="1148" name="Google Shape;1148;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1"/>
              </a:buClr>
              <a:buSzPts val="1800"/>
              <a:buFont typeface="Assistant"/>
              <a:buChar char="●"/>
              <a:defRPr b="0" i="0" sz="1800" u="none" cap="none" strike="noStrike">
                <a:solidFill>
                  <a:schemeClr val="dk1"/>
                </a:solidFill>
                <a:latin typeface="Assistant"/>
                <a:ea typeface="Assistant"/>
                <a:cs typeface="Assistant"/>
                <a:sym typeface="Assistant"/>
              </a:defRPr>
            </a:lvl1pPr>
            <a:lvl2pPr indent="-317500" lvl="1" marL="9144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2pPr>
            <a:lvl3pPr indent="-317500" lvl="2" marL="13716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3pPr>
            <a:lvl4pPr indent="-317500" lvl="3" marL="18288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4pPr>
            <a:lvl5pPr indent="-317500" lvl="4" marL="22860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5pPr>
            <a:lvl6pPr indent="-317500" lvl="5" marL="27432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6pPr>
            <a:lvl7pPr indent="-317500" lvl="6" marL="32004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7pPr>
            <a:lvl8pPr indent="-317500" lvl="7" marL="36576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8pPr>
            <a:lvl9pPr indent="-317500" lvl="8" marL="4114800" marR="0" rtl="0" algn="l">
              <a:lnSpc>
                <a:spcPct val="115000"/>
              </a:lnSpc>
              <a:spcBef>
                <a:spcPts val="0"/>
              </a:spcBef>
              <a:spcAft>
                <a:spcPts val="0"/>
              </a:spcAft>
              <a:buClr>
                <a:schemeClr val="dk1"/>
              </a:buClr>
              <a:buSzPts val="1400"/>
              <a:buFont typeface="Assistant"/>
              <a:buChar char="■"/>
              <a:defRPr b="0" i="0" sz="1400" u="none" cap="none" strike="noStrike">
                <a:solidFill>
                  <a:schemeClr val="dk1"/>
                </a:solidFill>
                <a:latin typeface="Assistant"/>
                <a:ea typeface="Assistant"/>
                <a:cs typeface="Assistant"/>
                <a:sym typeface="Assistant"/>
              </a:defRPr>
            </a:lvl9pPr>
          </a:lstStyle>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 id="2147483720" r:id="rId30"/>
    <p:sldLayoutId id="2147483721" r:id="rId31"/>
    <p:sldLayoutId id="2147483722" r:id="rId32"/>
    <p:sldLayoutId id="2147483723" r:id="rId33"/>
    <p:sldLayoutId id="2147483724" r:id="rId34"/>
    <p:sldLayoutId id="2147483725" r:id="rId35"/>
    <p:sldLayoutId id="2147483726" r:id="rId36"/>
    <p:sldLayoutId id="2147483727" r:id="rId37"/>
    <p:sldLayoutId id="2147483728" r:id="rId38"/>
    <p:sldLayoutId id="2147483729" r:id="rId39"/>
    <p:sldLayoutId id="2147483730" r:id="rId40"/>
    <p:sldLayoutId id="2147483731"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2.xml"/><Relationship Id="rId3" Type="http://schemas.openxmlformats.org/officeDocument/2006/relationships/image" Target="../media/image17.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7.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9.png"/><Relationship Id="rId6"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9.xml"/><Relationship Id="rId3" Type="http://schemas.openxmlformats.org/officeDocument/2006/relationships/image" Target="../media/image27.png"/><Relationship Id="rId4" Type="http://schemas.openxmlformats.org/officeDocument/2006/relationships/image" Target="../media/image43.png"/><Relationship Id="rId5"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1.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34.png"/><Relationship Id="rId6"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2.xml"/><Relationship Id="rId3" Type="http://schemas.openxmlformats.org/officeDocument/2006/relationships/image" Target="../media/image24.png"/><Relationship Id="rId4" Type="http://schemas.openxmlformats.org/officeDocument/2006/relationships/image" Target="../media/image36.png"/><Relationship Id="rId5"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5.xml"/><Relationship Id="rId3"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6.xml"/><Relationship Id="rId3"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8.xml"/><Relationship Id="rId3"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2.xml"/><Relationship Id="rId3"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3.xml"/><Relationship Id="rId3" Type="http://schemas.openxmlformats.org/officeDocument/2006/relationships/image" Target="../media/image4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4.xml"/><Relationship Id="rId3"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5.xml"/><Relationship Id="rId3"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6.xml"/><Relationship Id="rId3"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57.xml"/><Relationship Id="rId3" Type="http://schemas.openxmlformats.org/officeDocument/2006/relationships/image" Target="../media/image4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mailto:horairyhakim@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0" name="Shape 2290"/>
        <p:cNvGrpSpPr/>
        <p:nvPr/>
      </p:nvGrpSpPr>
      <p:grpSpPr>
        <a:xfrm>
          <a:off x="0" y="0"/>
          <a:ext cx="0" cy="0"/>
          <a:chOff x="0" y="0"/>
          <a:chExt cx="0" cy="0"/>
        </a:xfrm>
      </p:grpSpPr>
      <p:sp>
        <p:nvSpPr>
          <p:cNvPr id="2291" name="Google Shape;2291;p1"/>
          <p:cNvSpPr/>
          <p:nvPr/>
        </p:nvSpPr>
        <p:spPr>
          <a:xfrm>
            <a:off x="1400975" y="3237580"/>
            <a:ext cx="6342000" cy="450600"/>
          </a:xfrm>
          <a:prstGeom prst="hexagon">
            <a:avLst>
              <a:gd fmla="val 25000" name="adj"/>
              <a:gd fmla="val 115470" name="vf"/>
            </a:avLst>
          </a:prstGeom>
          <a:solidFill>
            <a:schemeClr val="lt1"/>
          </a:solidFill>
          <a:ln>
            <a:noFill/>
          </a:ln>
          <a:effectLst>
            <a:outerShdw blurRad="214313"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92" name="Google Shape;2292;p1"/>
          <p:cNvSpPr txBox="1"/>
          <p:nvPr>
            <p:ph type="ctrTitle"/>
          </p:nvPr>
        </p:nvSpPr>
        <p:spPr>
          <a:xfrm>
            <a:off x="491400" y="1304325"/>
            <a:ext cx="7974300" cy="1416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4300">
                <a:solidFill>
                  <a:schemeClr val="dk2"/>
                </a:solidFill>
              </a:rPr>
              <a:t>Machine Learning</a:t>
            </a:r>
            <a:endParaRPr sz="3400"/>
          </a:p>
        </p:txBody>
      </p:sp>
      <p:sp>
        <p:nvSpPr>
          <p:cNvPr id="2293" name="Google Shape;2293;p1"/>
          <p:cNvSpPr txBox="1"/>
          <p:nvPr>
            <p:ph idx="1" type="subTitle"/>
          </p:nvPr>
        </p:nvSpPr>
        <p:spPr>
          <a:xfrm>
            <a:off x="1756050" y="3223788"/>
            <a:ext cx="5631900" cy="478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Horairy Hakim</a:t>
            </a:r>
            <a:endParaRPr/>
          </a:p>
        </p:txBody>
      </p:sp>
      <p:sp>
        <p:nvSpPr>
          <p:cNvPr id="2294" name="Google Shape;2294;p1"/>
          <p:cNvSpPr txBox="1"/>
          <p:nvPr>
            <p:ph idx="1" type="subTitle"/>
          </p:nvPr>
        </p:nvSpPr>
        <p:spPr>
          <a:xfrm>
            <a:off x="6788925" y="4660101"/>
            <a:ext cx="2226900" cy="299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t/>
            </a:r>
            <a:endParaRPr sz="1300"/>
          </a:p>
        </p:txBody>
      </p:sp>
      <p:pic>
        <p:nvPicPr>
          <p:cNvPr id="2295" name="Google Shape;2295;p1"/>
          <p:cNvPicPr preferRelativeResize="0"/>
          <p:nvPr/>
        </p:nvPicPr>
        <p:blipFill rotWithShape="1">
          <a:blip r:embed="rId3">
            <a:alphaModFix/>
          </a:blip>
          <a:srcRect b="0" l="0" r="0" t="0"/>
          <a:stretch/>
        </p:blipFill>
        <p:spPr>
          <a:xfrm>
            <a:off x="7899101" y="60425"/>
            <a:ext cx="1116733" cy="478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9" name="Shape 2299"/>
        <p:cNvGrpSpPr/>
        <p:nvPr/>
      </p:nvGrpSpPr>
      <p:grpSpPr>
        <a:xfrm>
          <a:off x="0" y="0"/>
          <a:ext cx="0" cy="0"/>
          <a:chOff x="0" y="0"/>
          <a:chExt cx="0" cy="0"/>
        </a:xfrm>
      </p:grpSpPr>
      <p:sp>
        <p:nvSpPr>
          <p:cNvPr id="2300" name="Google Shape;2300;p4"/>
          <p:cNvSpPr txBox="1"/>
          <p:nvPr>
            <p:ph type="title"/>
          </p:nvPr>
        </p:nvSpPr>
        <p:spPr>
          <a:xfrm>
            <a:off x="1248300" y="290750"/>
            <a:ext cx="6444000" cy="965700"/>
          </a:xfrm>
          <a:prstGeom prst="rect">
            <a:avLst/>
          </a:prstGeom>
          <a:noFill/>
          <a:ln>
            <a:noFill/>
          </a:ln>
          <a:effectLst>
            <a:outerShdw blurRad="85725" rotWithShape="0" algn="bl">
              <a:schemeClr val="lt2"/>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200"/>
              <a:buNone/>
            </a:pPr>
            <a:r>
              <a:rPr lang="en" sz="3700"/>
              <a:t>Qu’est que le clustering ?</a:t>
            </a:r>
            <a:endParaRPr sz="3700"/>
          </a:p>
        </p:txBody>
      </p:sp>
      <p:sp>
        <p:nvSpPr>
          <p:cNvPr id="2301" name="Google Shape;2301;p4"/>
          <p:cNvSpPr txBox="1"/>
          <p:nvPr/>
        </p:nvSpPr>
        <p:spPr>
          <a:xfrm>
            <a:off x="1384500" y="2100750"/>
            <a:ext cx="6315900" cy="15900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ssistant"/>
              <a:buChar char="●"/>
            </a:pPr>
            <a:r>
              <a:rPr b="0" i="0" lang="en" sz="1400" u="none" cap="none" strike="noStrike">
                <a:solidFill>
                  <a:schemeClr val="dk1"/>
                </a:solidFill>
                <a:latin typeface="Assistant"/>
                <a:ea typeface="Assistant"/>
                <a:cs typeface="Assistant"/>
                <a:sym typeface="Assistant"/>
              </a:rPr>
              <a:t>Le clustering est une technique de </a:t>
            </a:r>
            <a:r>
              <a:rPr b="1" i="0" lang="en" sz="1400" u="none" cap="none" strike="noStrike">
                <a:solidFill>
                  <a:schemeClr val="dk2"/>
                </a:solidFill>
                <a:latin typeface="Assistant"/>
                <a:ea typeface="Assistant"/>
                <a:cs typeface="Assistant"/>
                <a:sym typeface="Assistant"/>
              </a:rPr>
              <a:t>DataScience </a:t>
            </a:r>
            <a:r>
              <a:rPr b="0" i="0" lang="en" sz="1400" u="none" cap="none" strike="noStrike">
                <a:solidFill>
                  <a:schemeClr val="dk1"/>
                </a:solidFill>
                <a:latin typeface="Assistant"/>
                <a:ea typeface="Assistant"/>
                <a:cs typeface="Assistant"/>
                <a:sym typeface="Assistant"/>
              </a:rPr>
              <a:t>dans le domaine de l'apprentissage automatique qui regroupe les éléments similaires d'un ensemble de données. </a:t>
            </a:r>
            <a:endParaRPr b="0" i="0" sz="1400" u="none" cap="none" strike="noStrike">
              <a:solidFill>
                <a:schemeClr val="dk1"/>
              </a:solidFill>
              <a:latin typeface="Assistant"/>
              <a:ea typeface="Assistant"/>
              <a:cs typeface="Assistant"/>
              <a:sym typeface="Assistan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5" name="Shape 2305"/>
        <p:cNvGrpSpPr/>
        <p:nvPr/>
      </p:nvGrpSpPr>
      <p:grpSpPr>
        <a:xfrm>
          <a:off x="0" y="0"/>
          <a:ext cx="0" cy="0"/>
          <a:chOff x="0" y="0"/>
          <a:chExt cx="0" cy="0"/>
        </a:xfrm>
      </p:grpSpPr>
      <p:sp>
        <p:nvSpPr>
          <p:cNvPr id="2306" name="Google Shape;2306;p19"/>
          <p:cNvSpPr/>
          <p:nvPr/>
        </p:nvSpPr>
        <p:spPr>
          <a:xfrm>
            <a:off x="3839250" y="95597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07" name="Google Shape;2307;p19"/>
          <p:cNvSpPr txBox="1"/>
          <p:nvPr>
            <p:ph type="title"/>
          </p:nvPr>
        </p:nvSpPr>
        <p:spPr>
          <a:xfrm>
            <a:off x="978475" y="2955700"/>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000"/>
              <a:t>Métriques et évaluation de modèle</a:t>
            </a:r>
            <a:endParaRPr sz="5000"/>
          </a:p>
        </p:txBody>
      </p:sp>
      <p:sp>
        <p:nvSpPr>
          <p:cNvPr id="2308" name="Google Shape;2308;p19"/>
          <p:cNvSpPr txBox="1"/>
          <p:nvPr>
            <p:ph idx="2" type="title"/>
          </p:nvPr>
        </p:nvSpPr>
        <p:spPr>
          <a:xfrm>
            <a:off x="3912925" y="1190275"/>
            <a:ext cx="1287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2" name="Shape 2312"/>
        <p:cNvGrpSpPr/>
        <p:nvPr/>
      </p:nvGrpSpPr>
      <p:grpSpPr>
        <a:xfrm>
          <a:off x="0" y="0"/>
          <a:ext cx="0" cy="0"/>
          <a:chOff x="0" y="0"/>
          <a:chExt cx="0" cy="0"/>
        </a:xfrm>
      </p:grpSpPr>
      <p:sp>
        <p:nvSpPr>
          <p:cNvPr id="2313" name="Google Shape;2313;g2c68a69f3f9_0_6"/>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Introduction à la Validation Croisée</a:t>
            </a:r>
            <a:endParaRPr sz="3000"/>
          </a:p>
        </p:txBody>
      </p:sp>
      <p:sp>
        <p:nvSpPr>
          <p:cNvPr id="2314" name="Google Shape;2314;g2c68a69f3f9_0_6"/>
          <p:cNvSpPr txBox="1"/>
          <p:nvPr>
            <p:ph idx="1" type="body"/>
          </p:nvPr>
        </p:nvSpPr>
        <p:spPr>
          <a:xfrm>
            <a:off x="1155700" y="1093875"/>
            <a:ext cx="6918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chemeClr val="dk2"/>
              </a:buClr>
              <a:buSzPts val="1100"/>
              <a:buChar char="●"/>
            </a:pPr>
            <a:r>
              <a:rPr b="1" lang="en" sz="1100">
                <a:solidFill>
                  <a:schemeClr val="dk2"/>
                </a:solidFill>
              </a:rPr>
              <a:t>La validation croisée </a:t>
            </a:r>
            <a:r>
              <a:rPr b="1" lang="en" sz="1100"/>
              <a:t>est une technique statistique utilisée pour </a:t>
            </a:r>
            <a:r>
              <a:rPr b="1" lang="en" sz="1100">
                <a:solidFill>
                  <a:schemeClr val="dk2"/>
                </a:solidFill>
              </a:rPr>
              <a:t>évaluer la performance d'un modèle</a:t>
            </a:r>
            <a:r>
              <a:rPr b="1" lang="en" sz="1100"/>
              <a:t> de machine learning et</a:t>
            </a:r>
            <a:r>
              <a:rPr b="1" lang="en" sz="1100">
                <a:solidFill>
                  <a:schemeClr val="dk2"/>
                </a:solidFill>
              </a:rPr>
              <a:t> sa capacité à généraliser sur des données inédites</a:t>
            </a:r>
            <a:r>
              <a:rPr b="1" lang="en" sz="1100"/>
              <a:t>.</a:t>
            </a:r>
            <a:endParaRPr b="1" sz="1100"/>
          </a:p>
          <a:p>
            <a:pPr indent="0" lvl="0" marL="457200" rtl="0" algn="l">
              <a:lnSpc>
                <a:spcPct val="150000"/>
              </a:lnSpc>
              <a:spcBef>
                <a:spcPts val="0"/>
              </a:spcBef>
              <a:spcAft>
                <a:spcPts val="0"/>
              </a:spcAft>
              <a:buSzPts val="1200"/>
              <a:buNone/>
            </a:pPr>
            <a:r>
              <a:t/>
            </a:r>
            <a:endParaRPr b="1" sz="1100"/>
          </a:p>
          <a:p>
            <a:pPr indent="-298450" lvl="0" marL="457200" rtl="0" algn="l">
              <a:lnSpc>
                <a:spcPct val="150000"/>
              </a:lnSpc>
              <a:spcBef>
                <a:spcPts val="0"/>
              </a:spcBef>
              <a:spcAft>
                <a:spcPts val="0"/>
              </a:spcAft>
              <a:buClr>
                <a:schemeClr val="dk2"/>
              </a:buClr>
              <a:buSzPts val="1100"/>
              <a:buChar char="●"/>
            </a:pPr>
            <a:r>
              <a:rPr b="1" lang="en" sz="1100">
                <a:solidFill>
                  <a:schemeClr val="dk2"/>
                </a:solidFill>
              </a:rPr>
              <a:t>Elle consiste à diviser les données en plusieurs sous-ensembles,</a:t>
            </a:r>
            <a:r>
              <a:rPr b="1" lang="en" sz="1100"/>
              <a:t> puis à </a:t>
            </a:r>
            <a:r>
              <a:rPr b="1" lang="en" sz="1100">
                <a:solidFill>
                  <a:schemeClr val="lt2"/>
                </a:solidFill>
              </a:rPr>
              <a:t>entraîner le modèle sur certains sous-ensembles tout en testant sur les autres.</a:t>
            </a:r>
            <a:endParaRPr b="1" sz="1100">
              <a:solidFill>
                <a:schemeClr val="lt2"/>
              </a:solidFill>
            </a:endParaRPr>
          </a:p>
          <a:p>
            <a:pPr indent="0" lvl="0" marL="0" rtl="0" algn="l">
              <a:lnSpc>
                <a:spcPct val="150000"/>
              </a:lnSpc>
              <a:spcBef>
                <a:spcPts val="0"/>
              </a:spcBef>
              <a:spcAft>
                <a:spcPts val="0"/>
              </a:spcAft>
              <a:buSzPts val="1200"/>
              <a:buNone/>
            </a:pPr>
            <a:r>
              <a:t/>
            </a:r>
            <a:endParaRPr b="1" sz="1100"/>
          </a:p>
          <a:p>
            <a:pPr indent="-298450" lvl="0" marL="457200" rtl="0" algn="l">
              <a:lnSpc>
                <a:spcPct val="150000"/>
              </a:lnSpc>
              <a:spcBef>
                <a:spcPts val="0"/>
              </a:spcBef>
              <a:spcAft>
                <a:spcPts val="0"/>
              </a:spcAft>
              <a:buClr>
                <a:schemeClr val="dk2"/>
              </a:buClr>
              <a:buSzPts val="1100"/>
              <a:buChar char="●"/>
            </a:pPr>
            <a:r>
              <a:rPr b="1" lang="en" sz="1100"/>
              <a:t>Cette méthode aide à prévenir le surapprentissage et </a:t>
            </a:r>
            <a:r>
              <a:rPr b="1" lang="en" sz="1100">
                <a:solidFill>
                  <a:schemeClr val="dk2"/>
                </a:solidFill>
              </a:rPr>
              <a:t>à estimer plus précisément la performance du modèle dans le monde réel.</a:t>
            </a:r>
            <a:endParaRPr b="1" sz="1100">
              <a:solidFill>
                <a:schemeClr val="dk2"/>
              </a:solidFill>
            </a:endParaRPr>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8" name="Shape 2318"/>
        <p:cNvGrpSpPr/>
        <p:nvPr/>
      </p:nvGrpSpPr>
      <p:grpSpPr>
        <a:xfrm>
          <a:off x="0" y="0"/>
          <a:ext cx="0" cy="0"/>
          <a:chOff x="0" y="0"/>
          <a:chExt cx="0" cy="0"/>
        </a:xfrm>
      </p:grpSpPr>
      <p:sp>
        <p:nvSpPr>
          <p:cNvPr id="2319" name="Google Shape;2319;g2c68a69f3f9_0_15"/>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Types de Validation Croisée</a:t>
            </a:r>
            <a:endParaRPr sz="3000"/>
          </a:p>
        </p:txBody>
      </p:sp>
      <p:sp>
        <p:nvSpPr>
          <p:cNvPr id="2320" name="Google Shape;2320;g2c68a69f3f9_0_15"/>
          <p:cNvSpPr txBox="1"/>
          <p:nvPr>
            <p:ph idx="1" type="body"/>
          </p:nvPr>
        </p:nvSpPr>
        <p:spPr>
          <a:xfrm>
            <a:off x="1155700" y="1093875"/>
            <a:ext cx="6918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solidFill>
                  <a:schemeClr val="dk2"/>
                </a:solidFill>
              </a:rPr>
              <a:t>Validation croisée k-fold :</a:t>
            </a:r>
            <a:r>
              <a:rPr b="1" lang="en" sz="1100"/>
              <a:t> L'ensemble de données est divisé en k sous-ensembles (ou "folds"). Pour chaque itération, un sous-ensemble différent est utilisé comme ensemble de test, tandis que les autres servent à l'entraînement. Le processus est répété k fois.</a:t>
            </a:r>
            <a:endParaRPr b="1" sz="1100"/>
          </a:p>
          <a:p>
            <a:pPr indent="-298450" lvl="0" marL="457200" rtl="0" algn="l">
              <a:lnSpc>
                <a:spcPct val="150000"/>
              </a:lnSpc>
              <a:spcBef>
                <a:spcPts val="0"/>
              </a:spcBef>
              <a:spcAft>
                <a:spcPts val="0"/>
              </a:spcAft>
              <a:buSzPts val="1100"/>
              <a:buChar char="●"/>
            </a:pPr>
            <a:r>
              <a:rPr b="1" lang="en" sz="1100">
                <a:solidFill>
                  <a:schemeClr val="dk2"/>
                </a:solidFill>
              </a:rPr>
              <a:t>Validation croisée Leave-One-Out (LOO) :</a:t>
            </a:r>
            <a:r>
              <a:rPr b="1" lang="en" sz="1100"/>
              <a:t> Un cas particulier de k-fold où k est égal au nombre total d'échantillons dans l'ensemble de données. Chaque échantillon sert une fois comme ensemble de test, tandis que le reste constitue l'ensemble d'entraînement.</a:t>
            </a:r>
            <a:endParaRPr b="1" sz="1100"/>
          </a:p>
          <a:p>
            <a:pPr indent="-298450" lvl="0" marL="457200" rtl="0" algn="l">
              <a:lnSpc>
                <a:spcPct val="150000"/>
              </a:lnSpc>
              <a:spcBef>
                <a:spcPts val="0"/>
              </a:spcBef>
              <a:spcAft>
                <a:spcPts val="0"/>
              </a:spcAft>
              <a:buSzPts val="1100"/>
              <a:buChar char="●"/>
            </a:pPr>
            <a:r>
              <a:rPr b="1" lang="en" sz="1100">
                <a:solidFill>
                  <a:schemeClr val="dk2"/>
                </a:solidFill>
              </a:rPr>
              <a:t>Validation croisée stratifiée :</a:t>
            </a:r>
            <a:r>
              <a:rPr b="1" lang="en" sz="1100"/>
              <a:t> Une variante de la k-fold qui est utilisée pour des ensembles de données déséquilibrés. Elle assure que chaque fold a la même proportion de classes que l'ensemble de données original.</a:t>
            </a:r>
            <a:endParaRPr b="1" sz="1100"/>
          </a:p>
          <a:p>
            <a:pPr indent="0" lvl="0" marL="457200" rtl="0" algn="l">
              <a:lnSpc>
                <a:spcPct val="150000"/>
              </a:lnSpc>
              <a:spcBef>
                <a:spcPts val="0"/>
              </a:spcBef>
              <a:spcAft>
                <a:spcPts val="0"/>
              </a:spcAft>
              <a:buSzPts val="1200"/>
              <a:buNone/>
            </a:pPr>
            <a:r>
              <a:t/>
            </a:r>
            <a:endParaRPr b="1" sz="1100">
              <a:solidFill>
                <a:schemeClr val="dk2"/>
              </a:solidFill>
            </a:endParaRPr>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sz="1100"/>
          </a:p>
        </p:txBody>
      </p:sp>
      <p:pic>
        <p:nvPicPr>
          <p:cNvPr id="2321" name="Google Shape;2321;g2c68a69f3f9_0_15"/>
          <p:cNvPicPr preferRelativeResize="0"/>
          <p:nvPr/>
        </p:nvPicPr>
        <p:blipFill rotWithShape="1">
          <a:blip r:embed="rId3">
            <a:alphaModFix/>
          </a:blip>
          <a:srcRect b="0" l="0" r="0" t="0"/>
          <a:stretch/>
        </p:blipFill>
        <p:spPr>
          <a:xfrm>
            <a:off x="2697263" y="3296975"/>
            <a:ext cx="3835176" cy="1719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sp>
        <p:nvSpPr>
          <p:cNvPr id="2326" name="Google Shape;2326;g2c68a69f3f9_0_33"/>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Métriques d’évaluation</a:t>
            </a:r>
            <a:endParaRPr sz="3000"/>
          </a:p>
        </p:txBody>
      </p:sp>
      <p:sp>
        <p:nvSpPr>
          <p:cNvPr id="2327" name="Google Shape;2327;g2c68a69f3f9_0_33"/>
          <p:cNvSpPr txBox="1"/>
          <p:nvPr>
            <p:ph idx="1" type="body"/>
          </p:nvPr>
        </p:nvSpPr>
        <p:spPr>
          <a:xfrm>
            <a:off x="4313650" y="1188675"/>
            <a:ext cx="3760500" cy="33966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solidFill>
                  <a:schemeClr val="dk2"/>
                </a:solidFill>
              </a:rPr>
              <a:t>Accuracy </a:t>
            </a:r>
            <a:r>
              <a:rPr b="1" lang="en" sz="1100"/>
              <a:t>: Utile quand les classes sont bien équilibrées. Moins informative dans le cas de classes déséquilibrées.</a:t>
            </a:r>
            <a:endParaRPr b="1" sz="1100"/>
          </a:p>
          <a:p>
            <a:pPr indent="0" lvl="0" marL="0" rtl="0" algn="l">
              <a:lnSpc>
                <a:spcPct val="150000"/>
              </a:lnSpc>
              <a:spcBef>
                <a:spcPts val="0"/>
              </a:spcBef>
              <a:spcAft>
                <a:spcPts val="0"/>
              </a:spcAft>
              <a:buSzPts val="1200"/>
              <a:buNone/>
            </a:pPr>
            <a:r>
              <a:t/>
            </a:r>
            <a:endParaRPr b="1" sz="1100"/>
          </a:p>
          <a:p>
            <a:pPr indent="-298450" lvl="0" marL="457200" rtl="0" algn="l">
              <a:lnSpc>
                <a:spcPct val="150000"/>
              </a:lnSpc>
              <a:spcBef>
                <a:spcPts val="0"/>
              </a:spcBef>
              <a:spcAft>
                <a:spcPts val="0"/>
              </a:spcAft>
              <a:buSzPts val="1100"/>
              <a:buChar char="●"/>
            </a:pPr>
            <a:r>
              <a:rPr b="1" lang="en" sz="1100">
                <a:solidFill>
                  <a:schemeClr val="dk2"/>
                </a:solidFill>
              </a:rPr>
              <a:t> Précision et Recall </a:t>
            </a:r>
            <a:r>
              <a:rPr b="1" lang="en" sz="1100"/>
              <a:t>: Ces métriques sont particulièrement utiles dans les situations où certaines classes sont plus importantes que d'autres ou dans le cas de classes déséquilibrées</a:t>
            </a:r>
            <a:endParaRPr b="1" sz="1100"/>
          </a:p>
          <a:p>
            <a:pPr indent="0" lvl="0" marL="0" rtl="0" algn="l">
              <a:lnSpc>
                <a:spcPct val="150000"/>
              </a:lnSpc>
              <a:spcBef>
                <a:spcPts val="0"/>
              </a:spcBef>
              <a:spcAft>
                <a:spcPts val="0"/>
              </a:spcAft>
              <a:buSzPts val="1200"/>
              <a:buNone/>
            </a:pPr>
            <a:r>
              <a:t/>
            </a:r>
            <a:endParaRPr b="1" sz="1100"/>
          </a:p>
          <a:p>
            <a:pPr indent="-298450" lvl="0" marL="457200" rtl="0" algn="l">
              <a:lnSpc>
                <a:spcPct val="150000"/>
              </a:lnSpc>
              <a:spcBef>
                <a:spcPts val="0"/>
              </a:spcBef>
              <a:spcAft>
                <a:spcPts val="0"/>
              </a:spcAft>
              <a:buSzPts val="1100"/>
              <a:buChar char="●"/>
            </a:pPr>
            <a:r>
              <a:rPr b="1" lang="en" sz="1100">
                <a:solidFill>
                  <a:schemeClr val="dk2"/>
                </a:solidFill>
              </a:rPr>
              <a:t>F1-score</a:t>
            </a:r>
            <a:r>
              <a:rPr b="1" lang="en" sz="1100"/>
              <a:t> : Utile quand il est important d'équilibrer précision et rappel, particulièrement dans les cas de classes déséquilibrées</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sz="1100"/>
          </a:p>
        </p:txBody>
      </p:sp>
      <p:pic>
        <p:nvPicPr>
          <p:cNvPr id="2328" name="Google Shape;2328;g2c68a69f3f9_0_33"/>
          <p:cNvPicPr preferRelativeResize="0"/>
          <p:nvPr/>
        </p:nvPicPr>
        <p:blipFill rotWithShape="1">
          <a:blip r:embed="rId3">
            <a:alphaModFix/>
          </a:blip>
          <a:srcRect b="0" l="0" r="0" t="0"/>
          <a:stretch/>
        </p:blipFill>
        <p:spPr>
          <a:xfrm>
            <a:off x="414650" y="1309650"/>
            <a:ext cx="3829050" cy="2628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2" name="Shape 2332"/>
        <p:cNvGrpSpPr/>
        <p:nvPr/>
      </p:nvGrpSpPr>
      <p:grpSpPr>
        <a:xfrm>
          <a:off x="0" y="0"/>
          <a:ext cx="0" cy="0"/>
          <a:chOff x="0" y="0"/>
          <a:chExt cx="0" cy="0"/>
        </a:xfrm>
      </p:grpSpPr>
      <p:sp>
        <p:nvSpPr>
          <p:cNvPr id="2333" name="Google Shape;2333;g2c68a69f3f9_0_0"/>
          <p:cNvSpPr/>
          <p:nvPr/>
        </p:nvSpPr>
        <p:spPr>
          <a:xfrm>
            <a:off x="3839250" y="95597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34" name="Google Shape;2334;g2c68a69f3f9_0_0"/>
          <p:cNvSpPr txBox="1"/>
          <p:nvPr>
            <p:ph type="title"/>
          </p:nvPr>
        </p:nvSpPr>
        <p:spPr>
          <a:xfrm>
            <a:off x="978475" y="2955700"/>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000"/>
              <a:t>K-Nearest Neighbors</a:t>
            </a:r>
            <a:endParaRPr sz="5000"/>
          </a:p>
          <a:p>
            <a:pPr indent="0" lvl="0" marL="0" rtl="0" algn="ctr">
              <a:lnSpc>
                <a:spcPct val="100000"/>
              </a:lnSpc>
              <a:spcBef>
                <a:spcPts val="0"/>
              </a:spcBef>
              <a:spcAft>
                <a:spcPts val="0"/>
              </a:spcAft>
              <a:buSzPts val="3600"/>
              <a:buNone/>
            </a:pPr>
            <a:r>
              <a:rPr lang="en" sz="5000"/>
              <a:t>(KNN)</a:t>
            </a:r>
            <a:endParaRPr sz="5000"/>
          </a:p>
        </p:txBody>
      </p:sp>
      <p:sp>
        <p:nvSpPr>
          <p:cNvPr id="2335" name="Google Shape;2335;g2c68a69f3f9_0_0"/>
          <p:cNvSpPr txBox="1"/>
          <p:nvPr>
            <p:ph idx="2" type="title"/>
          </p:nvPr>
        </p:nvSpPr>
        <p:spPr>
          <a:xfrm>
            <a:off x="3912925" y="1190275"/>
            <a:ext cx="1287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g2c663cccce7_0_11"/>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Introduction au KNN</a:t>
            </a:r>
            <a:endParaRPr sz="3000"/>
          </a:p>
        </p:txBody>
      </p:sp>
      <p:sp>
        <p:nvSpPr>
          <p:cNvPr id="2341" name="Google Shape;2341;g2c663cccce7_0_11"/>
          <p:cNvSpPr txBox="1"/>
          <p:nvPr>
            <p:ph idx="1" type="body"/>
          </p:nvPr>
        </p:nvSpPr>
        <p:spPr>
          <a:xfrm>
            <a:off x="1155700" y="1093875"/>
            <a:ext cx="6918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chemeClr val="dk2"/>
              </a:buClr>
              <a:buSzPts val="1100"/>
              <a:buChar char="●"/>
            </a:pPr>
            <a:r>
              <a:rPr b="1" lang="en" sz="1100">
                <a:solidFill>
                  <a:schemeClr val="dk2"/>
                </a:solidFill>
              </a:rPr>
              <a:t>Le K-Nearest Neighbors (KNN)</a:t>
            </a:r>
            <a:r>
              <a:rPr b="1" lang="en" sz="1100"/>
              <a:t> est un algorithme de classification simple et intuitif.</a:t>
            </a:r>
            <a:endParaRPr b="1" sz="1100"/>
          </a:p>
          <a:p>
            <a:pPr indent="-298450" lvl="0" marL="457200" rtl="0" algn="l">
              <a:lnSpc>
                <a:spcPct val="150000"/>
              </a:lnSpc>
              <a:spcBef>
                <a:spcPts val="0"/>
              </a:spcBef>
              <a:spcAft>
                <a:spcPts val="0"/>
              </a:spcAft>
              <a:buClr>
                <a:schemeClr val="dk2"/>
              </a:buClr>
              <a:buSzPts val="1100"/>
              <a:buChar char="●"/>
            </a:pPr>
            <a:r>
              <a:rPr b="1" lang="en" sz="1100">
                <a:solidFill>
                  <a:schemeClr val="dk2"/>
                </a:solidFill>
              </a:rPr>
              <a:t>Il est basé sur le principe de proximité : </a:t>
            </a:r>
            <a:r>
              <a:rPr b="1" lang="en" sz="1100"/>
              <a:t>un objet est classé en fonction de la majorité des classes de ses K voisins les plus proches.</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sz="1100"/>
          </a:p>
        </p:txBody>
      </p:sp>
      <p:pic>
        <p:nvPicPr>
          <p:cNvPr id="2342" name="Google Shape;2342;g2c663cccce7_0_11"/>
          <p:cNvPicPr preferRelativeResize="0"/>
          <p:nvPr/>
        </p:nvPicPr>
        <p:blipFill rotWithShape="1">
          <a:blip r:embed="rId3">
            <a:alphaModFix/>
          </a:blip>
          <a:srcRect b="0" l="0" r="0" t="0"/>
          <a:stretch/>
        </p:blipFill>
        <p:spPr>
          <a:xfrm>
            <a:off x="1297746" y="2160575"/>
            <a:ext cx="2795850" cy="2252050"/>
          </a:xfrm>
          <a:prstGeom prst="rect">
            <a:avLst/>
          </a:prstGeom>
          <a:noFill/>
          <a:ln>
            <a:noFill/>
          </a:ln>
        </p:spPr>
      </p:pic>
      <p:pic>
        <p:nvPicPr>
          <p:cNvPr id="2343" name="Google Shape;2343;g2c663cccce7_0_11"/>
          <p:cNvPicPr preferRelativeResize="0"/>
          <p:nvPr/>
        </p:nvPicPr>
        <p:blipFill rotWithShape="1">
          <a:blip r:embed="rId4">
            <a:alphaModFix/>
          </a:blip>
          <a:srcRect b="0" l="0" r="0" t="0"/>
          <a:stretch/>
        </p:blipFill>
        <p:spPr>
          <a:xfrm>
            <a:off x="4737219" y="2160575"/>
            <a:ext cx="2918105" cy="2252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7" name="Shape 2347"/>
        <p:cNvGrpSpPr/>
        <p:nvPr/>
      </p:nvGrpSpPr>
      <p:grpSpPr>
        <a:xfrm>
          <a:off x="0" y="0"/>
          <a:ext cx="0" cy="0"/>
          <a:chOff x="0" y="0"/>
          <a:chExt cx="0" cy="0"/>
        </a:xfrm>
      </p:grpSpPr>
      <p:sp>
        <p:nvSpPr>
          <p:cNvPr id="2348" name="Google Shape;2348;g2c663cccce7_0_30"/>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Fonctionnement du KNN</a:t>
            </a:r>
            <a:endParaRPr sz="3000"/>
          </a:p>
        </p:txBody>
      </p:sp>
      <p:sp>
        <p:nvSpPr>
          <p:cNvPr id="2349" name="Google Shape;2349;g2c663cccce7_0_30"/>
          <p:cNvSpPr txBox="1"/>
          <p:nvPr>
            <p:ph idx="1" type="body"/>
          </p:nvPr>
        </p:nvSpPr>
        <p:spPr>
          <a:xfrm>
            <a:off x="1155700" y="1093875"/>
            <a:ext cx="6918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chemeClr val="dk2"/>
              </a:buClr>
              <a:buSzPts val="1100"/>
              <a:buChar char="●"/>
            </a:pPr>
            <a:r>
              <a:rPr b="1" lang="en" sz="1100">
                <a:solidFill>
                  <a:schemeClr val="dk2"/>
                </a:solidFill>
              </a:rPr>
              <a:t>Pour classer un nouvel échantillon,</a:t>
            </a:r>
            <a:r>
              <a:rPr b="1" lang="en" sz="1100"/>
              <a:t> l'algorithme cherche les </a:t>
            </a:r>
            <a:r>
              <a:rPr b="1" lang="en" sz="1100">
                <a:solidFill>
                  <a:schemeClr val="dk2"/>
                </a:solidFill>
              </a:rPr>
              <a:t>K points</a:t>
            </a:r>
            <a:r>
              <a:rPr b="1" lang="en" sz="1100"/>
              <a:t> les plus proches dans l'espace des caractéristiques.</a:t>
            </a:r>
            <a:endParaRPr b="1" sz="1100"/>
          </a:p>
          <a:p>
            <a:pPr indent="-298450" lvl="0" marL="457200" rtl="0" algn="l">
              <a:lnSpc>
                <a:spcPct val="150000"/>
              </a:lnSpc>
              <a:spcBef>
                <a:spcPts val="0"/>
              </a:spcBef>
              <a:spcAft>
                <a:spcPts val="0"/>
              </a:spcAft>
              <a:buClr>
                <a:schemeClr val="dk2"/>
              </a:buClr>
              <a:buSzPts val="1100"/>
              <a:buChar char="●"/>
            </a:pPr>
            <a:r>
              <a:rPr b="1" lang="en" sz="1100">
                <a:solidFill>
                  <a:schemeClr val="dk2"/>
                </a:solidFill>
              </a:rPr>
              <a:t>La classe majoritaire</a:t>
            </a:r>
            <a:r>
              <a:rPr b="1" lang="en" sz="1100"/>
              <a:t> parmi ces </a:t>
            </a:r>
            <a:r>
              <a:rPr b="1" lang="en" sz="1100">
                <a:solidFill>
                  <a:schemeClr val="dk2"/>
                </a:solidFill>
              </a:rPr>
              <a:t>K voisins est attribuée au nouvel échantillon</a:t>
            </a:r>
            <a:r>
              <a:rPr b="1" lang="en" sz="1100"/>
              <a:t>.</a:t>
            </a:r>
            <a:endParaRPr b="1" sz="1100"/>
          </a:p>
          <a:p>
            <a:pPr indent="-298450" lvl="0" marL="457200" rtl="0" algn="l">
              <a:lnSpc>
                <a:spcPct val="150000"/>
              </a:lnSpc>
              <a:spcBef>
                <a:spcPts val="0"/>
              </a:spcBef>
              <a:spcAft>
                <a:spcPts val="0"/>
              </a:spcAft>
              <a:buClr>
                <a:schemeClr val="dk2"/>
              </a:buClr>
              <a:buSzPts val="1100"/>
              <a:buChar char="●"/>
            </a:pPr>
            <a:r>
              <a:rPr b="1" lang="en" sz="1100">
                <a:solidFill>
                  <a:schemeClr val="dk2"/>
                </a:solidFill>
              </a:rPr>
              <a:t>La valeur de K</a:t>
            </a:r>
            <a:r>
              <a:rPr b="1" lang="en" sz="1100"/>
              <a:t> peut être déterminée par </a:t>
            </a:r>
            <a:r>
              <a:rPr b="1" lang="en" sz="1100">
                <a:solidFill>
                  <a:schemeClr val="dk2"/>
                </a:solidFill>
              </a:rPr>
              <a:t>validation croisée</a:t>
            </a:r>
            <a:r>
              <a:rPr b="1" lang="en" sz="1100"/>
              <a:t> pour éviter à la fois l</a:t>
            </a:r>
            <a:r>
              <a:rPr b="1" lang="en" sz="1100" u="sng"/>
              <a:t>e surapprentissage et le sous-apprentissage.</a:t>
            </a:r>
            <a:endParaRPr b="1" sz="1100" u="sng"/>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sz="1100"/>
          </a:p>
        </p:txBody>
      </p:sp>
      <p:pic>
        <p:nvPicPr>
          <p:cNvPr id="2350" name="Google Shape;2350;g2c663cccce7_0_30"/>
          <p:cNvPicPr preferRelativeResize="0"/>
          <p:nvPr/>
        </p:nvPicPr>
        <p:blipFill rotWithShape="1">
          <a:blip r:embed="rId3">
            <a:alphaModFix/>
          </a:blip>
          <a:srcRect b="0" l="0" r="0" t="0"/>
          <a:stretch/>
        </p:blipFill>
        <p:spPr>
          <a:xfrm>
            <a:off x="3064999" y="2609125"/>
            <a:ext cx="3099700" cy="2317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4" name="Shape 2354"/>
        <p:cNvGrpSpPr/>
        <p:nvPr/>
      </p:nvGrpSpPr>
      <p:grpSpPr>
        <a:xfrm>
          <a:off x="0" y="0"/>
          <a:ext cx="0" cy="0"/>
          <a:chOff x="0" y="0"/>
          <a:chExt cx="0" cy="0"/>
        </a:xfrm>
      </p:grpSpPr>
      <p:sp>
        <p:nvSpPr>
          <p:cNvPr id="2355" name="Google Shape;2355;g2c663cccce7_0_63"/>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Fonctionnement du KNN</a:t>
            </a:r>
            <a:endParaRPr sz="3000"/>
          </a:p>
        </p:txBody>
      </p:sp>
      <p:sp>
        <p:nvSpPr>
          <p:cNvPr id="2356" name="Google Shape;2356;g2c663cccce7_0_63"/>
          <p:cNvSpPr txBox="1"/>
          <p:nvPr>
            <p:ph idx="1" type="body"/>
          </p:nvPr>
        </p:nvSpPr>
        <p:spPr>
          <a:xfrm>
            <a:off x="1155700" y="1093875"/>
            <a:ext cx="6918300" cy="34914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SzPts val="1200"/>
              <a:buNone/>
            </a:pPr>
            <a:r>
              <a:rPr b="1" lang="en" sz="1100">
                <a:solidFill>
                  <a:schemeClr val="dk2"/>
                </a:solidFill>
              </a:rPr>
              <a:t>Pseudo code : </a:t>
            </a:r>
            <a:endParaRPr sz="1100"/>
          </a:p>
        </p:txBody>
      </p:sp>
      <p:pic>
        <p:nvPicPr>
          <p:cNvPr id="2357" name="Google Shape;2357;g2c663cccce7_0_63"/>
          <p:cNvPicPr preferRelativeResize="0"/>
          <p:nvPr/>
        </p:nvPicPr>
        <p:blipFill rotWithShape="1">
          <a:blip r:embed="rId3">
            <a:alphaModFix/>
          </a:blip>
          <a:srcRect b="0" l="0" r="0" t="0"/>
          <a:stretch/>
        </p:blipFill>
        <p:spPr>
          <a:xfrm>
            <a:off x="2133600" y="1790700"/>
            <a:ext cx="4876800" cy="1562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1" name="Shape 2361"/>
        <p:cNvGrpSpPr/>
        <p:nvPr/>
      </p:nvGrpSpPr>
      <p:grpSpPr>
        <a:xfrm>
          <a:off x="0" y="0"/>
          <a:ext cx="0" cy="0"/>
          <a:chOff x="0" y="0"/>
          <a:chExt cx="0" cy="0"/>
        </a:xfrm>
      </p:grpSpPr>
      <p:sp>
        <p:nvSpPr>
          <p:cNvPr id="2362" name="Google Shape;2362;g2c663cccce7_0_45"/>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Voisinage</a:t>
            </a:r>
            <a:endParaRPr sz="3000"/>
          </a:p>
        </p:txBody>
      </p:sp>
      <p:sp>
        <p:nvSpPr>
          <p:cNvPr id="2363" name="Google Shape;2363;g2c663cccce7_0_45"/>
          <p:cNvSpPr txBox="1"/>
          <p:nvPr>
            <p:ph idx="1" type="body"/>
          </p:nvPr>
        </p:nvSpPr>
        <p:spPr>
          <a:xfrm>
            <a:off x="1155700" y="1093875"/>
            <a:ext cx="6918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solidFill>
                  <a:schemeClr val="dk2"/>
                </a:solidFill>
              </a:rPr>
              <a:t>La notion de voisinage </a:t>
            </a:r>
            <a:r>
              <a:rPr b="1" lang="en" sz="1100"/>
              <a:t>est déterminer à l’aide </a:t>
            </a:r>
            <a:r>
              <a:rPr b="1" lang="en" sz="1100">
                <a:solidFill>
                  <a:schemeClr val="dk2"/>
                </a:solidFill>
              </a:rPr>
              <a:t>d’une métrique de distance.</a:t>
            </a:r>
            <a:endParaRPr b="1" sz="1100" u="sng">
              <a:solidFill>
                <a:schemeClr val="dk2"/>
              </a:solidFill>
            </a:endParaRPr>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sz="1100"/>
          </a:p>
        </p:txBody>
      </p:sp>
      <p:pic>
        <p:nvPicPr>
          <p:cNvPr id="2364" name="Google Shape;2364;g2c663cccce7_0_45"/>
          <p:cNvPicPr preferRelativeResize="0"/>
          <p:nvPr/>
        </p:nvPicPr>
        <p:blipFill rotWithShape="1">
          <a:blip r:embed="rId3">
            <a:alphaModFix/>
          </a:blip>
          <a:srcRect b="0" l="0" r="0" t="0"/>
          <a:stretch/>
        </p:blipFill>
        <p:spPr>
          <a:xfrm>
            <a:off x="2978675" y="1620063"/>
            <a:ext cx="3067050" cy="2905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8" name="Shape 2368"/>
        <p:cNvGrpSpPr/>
        <p:nvPr/>
      </p:nvGrpSpPr>
      <p:grpSpPr>
        <a:xfrm>
          <a:off x="0" y="0"/>
          <a:ext cx="0" cy="0"/>
          <a:chOff x="0" y="0"/>
          <a:chExt cx="0" cy="0"/>
        </a:xfrm>
      </p:grpSpPr>
      <p:sp>
        <p:nvSpPr>
          <p:cNvPr id="2369" name="Google Shape;2369;g2c663cccce7_0_55"/>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Avantages et Inconvénients du KNN</a:t>
            </a:r>
            <a:endParaRPr sz="3000"/>
          </a:p>
        </p:txBody>
      </p:sp>
      <p:sp>
        <p:nvSpPr>
          <p:cNvPr id="2370" name="Google Shape;2370;g2c663cccce7_0_55"/>
          <p:cNvSpPr txBox="1"/>
          <p:nvPr>
            <p:ph idx="1" type="body"/>
          </p:nvPr>
        </p:nvSpPr>
        <p:spPr>
          <a:xfrm>
            <a:off x="1170650" y="1584925"/>
            <a:ext cx="6918300" cy="26115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SzPts val="1200"/>
              <a:buNone/>
            </a:pPr>
            <a:r>
              <a:rPr b="1" lang="en" sz="1100">
                <a:solidFill>
                  <a:schemeClr val="dk2"/>
                </a:solidFill>
              </a:rPr>
              <a:t>Avantages : </a:t>
            </a:r>
            <a:r>
              <a:rPr b="1" lang="en" sz="1100"/>
              <a:t>Simple à comprendre et à mettre en œuvre, efficace pour des ensembles de données de petite à moyenne taille.</a:t>
            </a:r>
            <a:endParaRPr b="1" sz="1100"/>
          </a:p>
          <a:p>
            <a:pPr indent="0" lvl="0" marL="457200" rtl="0" algn="l">
              <a:lnSpc>
                <a:spcPct val="150000"/>
              </a:lnSpc>
              <a:spcBef>
                <a:spcPts val="0"/>
              </a:spcBef>
              <a:spcAft>
                <a:spcPts val="0"/>
              </a:spcAft>
              <a:buSzPts val="1200"/>
              <a:buNone/>
            </a:pPr>
            <a:r>
              <a:rPr b="1" lang="en" sz="1100">
                <a:solidFill>
                  <a:schemeClr val="dk2"/>
                </a:solidFill>
              </a:rPr>
              <a:t>Inconvénients : </a:t>
            </a:r>
            <a:r>
              <a:rPr b="1" lang="en" sz="1100"/>
              <a:t>Coûteux en termes de calcul pour de grands ensembles de données, sensible au déséquilibre des classes et à la normalisation des données</a:t>
            </a:r>
            <a:endParaRPr b="1" sz="1100"/>
          </a:p>
          <a:p>
            <a:pPr indent="0" lvl="0" marL="457200" rtl="0" algn="l">
              <a:lnSpc>
                <a:spcPct val="150000"/>
              </a:lnSpc>
              <a:spcBef>
                <a:spcPts val="0"/>
              </a:spcBef>
              <a:spcAft>
                <a:spcPts val="0"/>
              </a:spcAft>
              <a:buSzPts val="1200"/>
              <a:buNone/>
            </a:pPr>
            <a:r>
              <a:t/>
            </a:r>
            <a:endParaRPr b="1" sz="11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4" name="Shape 2374"/>
        <p:cNvGrpSpPr/>
        <p:nvPr/>
      </p:nvGrpSpPr>
      <p:grpSpPr>
        <a:xfrm>
          <a:off x="0" y="0"/>
          <a:ext cx="0" cy="0"/>
          <a:chOff x="0" y="0"/>
          <a:chExt cx="0" cy="0"/>
        </a:xfrm>
      </p:grpSpPr>
      <p:sp>
        <p:nvSpPr>
          <p:cNvPr id="2375" name="Google Shape;2375;g2c663cccce7_0_3"/>
          <p:cNvSpPr/>
          <p:nvPr/>
        </p:nvSpPr>
        <p:spPr>
          <a:xfrm>
            <a:off x="3839250" y="95597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76" name="Google Shape;2376;g2c663cccce7_0_3"/>
          <p:cNvSpPr txBox="1"/>
          <p:nvPr>
            <p:ph type="title"/>
          </p:nvPr>
        </p:nvSpPr>
        <p:spPr>
          <a:xfrm>
            <a:off x="1146300" y="2711575"/>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900"/>
              <a:t>Decision Tree</a:t>
            </a:r>
            <a:endParaRPr sz="5900"/>
          </a:p>
        </p:txBody>
      </p:sp>
      <p:sp>
        <p:nvSpPr>
          <p:cNvPr id="2377" name="Google Shape;2377;g2c663cccce7_0_3"/>
          <p:cNvSpPr txBox="1"/>
          <p:nvPr>
            <p:ph idx="2" type="title"/>
          </p:nvPr>
        </p:nvSpPr>
        <p:spPr>
          <a:xfrm>
            <a:off x="3922500" y="1190275"/>
            <a:ext cx="1299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1" name="Shape 2381"/>
        <p:cNvGrpSpPr/>
        <p:nvPr/>
      </p:nvGrpSpPr>
      <p:grpSpPr>
        <a:xfrm>
          <a:off x="0" y="0"/>
          <a:ext cx="0" cy="0"/>
          <a:chOff x="0" y="0"/>
          <a:chExt cx="0" cy="0"/>
        </a:xfrm>
      </p:grpSpPr>
      <p:sp>
        <p:nvSpPr>
          <p:cNvPr id="2382" name="Google Shape;2382;g2c663cccce7_0_160"/>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Introduction aux Arbres de Décision</a:t>
            </a:r>
            <a:endParaRPr sz="3000"/>
          </a:p>
        </p:txBody>
      </p:sp>
      <p:sp>
        <p:nvSpPr>
          <p:cNvPr id="2383" name="Google Shape;2383;g2c663cccce7_0_160"/>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t>Les arbres de décision sont des modèles de classification et de régression qui suivent </a:t>
            </a:r>
            <a:r>
              <a:rPr b="1" lang="en" sz="1100">
                <a:solidFill>
                  <a:schemeClr val="dk2"/>
                </a:solidFill>
              </a:rPr>
              <a:t>une structure de décision en arborescence.</a:t>
            </a:r>
            <a:endParaRPr b="1" sz="1100">
              <a:solidFill>
                <a:schemeClr val="dk2"/>
              </a:solidFill>
            </a:endParaRPr>
          </a:p>
          <a:p>
            <a:pPr indent="-298450" lvl="0" marL="457200" rtl="0" algn="l">
              <a:lnSpc>
                <a:spcPct val="150000"/>
              </a:lnSpc>
              <a:spcBef>
                <a:spcPts val="0"/>
              </a:spcBef>
              <a:spcAft>
                <a:spcPts val="0"/>
              </a:spcAft>
              <a:buSzPts val="1100"/>
              <a:buChar char="●"/>
            </a:pPr>
            <a:r>
              <a:rPr b="1" lang="en" sz="1100">
                <a:solidFill>
                  <a:schemeClr val="dk2"/>
                </a:solidFill>
              </a:rPr>
              <a:t>Ils divisent l'ensemble de données</a:t>
            </a:r>
            <a:r>
              <a:rPr b="1" lang="en" sz="1100"/>
              <a:t> </a:t>
            </a:r>
            <a:r>
              <a:rPr b="1" lang="en" sz="1100">
                <a:solidFill>
                  <a:schemeClr val="lt2"/>
                </a:solidFill>
              </a:rPr>
              <a:t>en sous-ensembles basés sur des critères de décision.</a:t>
            </a:r>
            <a:endParaRPr b="1" sz="1100"/>
          </a:p>
          <a:p>
            <a:pPr indent="-298450" lvl="0" marL="457200" rtl="0" algn="l">
              <a:lnSpc>
                <a:spcPct val="150000"/>
              </a:lnSpc>
              <a:spcBef>
                <a:spcPts val="0"/>
              </a:spcBef>
              <a:spcAft>
                <a:spcPts val="0"/>
              </a:spcAft>
              <a:buSzPts val="1100"/>
              <a:buChar char="●"/>
            </a:pPr>
            <a:r>
              <a:rPr b="1" lang="en" sz="1100"/>
              <a:t>Ils peuvent être </a:t>
            </a:r>
            <a:r>
              <a:rPr b="1" lang="en" sz="1100">
                <a:solidFill>
                  <a:schemeClr val="dk2"/>
                </a:solidFill>
              </a:rPr>
              <a:t>visualisés facilement</a:t>
            </a:r>
            <a:r>
              <a:rPr b="1" lang="en" sz="1100"/>
              <a:t>, offrant </a:t>
            </a:r>
            <a:r>
              <a:rPr b="1" lang="en" sz="1100">
                <a:solidFill>
                  <a:schemeClr val="dk2"/>
                </a:solidFill>
              </a:rPr>
              <a:t>une compréhension intuitive des décisions prises</a:t>
            </a:r>
            <a:r>
              <a:rPr b="1" lang="en" sz="1100"/>
              <a:t> par le modèle.</a:t>
            </a:r>
            <a:endParaRPr b="1" sz="1100"/>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sz="1000"/>
          </a:p>
        </p:txBody>
      </p:sp>
      <p:pic>
        <p:nvPicPr>
          <p:cNvPr id="2384" name="Google Shape;2384;g2c663cccce7_0_160"/>
          <p:cNvPicPr preferRelativeResize="0"/>
          <p:nvPr/>
        </p:nvPicPr>
        <p:blipFill rotWithShape="1">
          <a:blip r:embed="rId3">
            <a:alphaModFix/>
          </a:blip>
          <a:srcRect b="0" l="0" r="0" t="0"/>
          <a:stretch/>
        </p:blipFill>
        <p:spPr>
          <a:xfrm>
            <a:off x="2964500" y="2892024"/>
            <a:ext cx="3405075" cy="2020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sp>
        <p:nvSpPr>
          <p:cNvPr id="2389" name="Google Shape;2389;g2c663cccce7_0_188"/>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Fonctionnement des Arbres de Décision</a:t>
            </a:r>
            <a:endParaRPr sz="3000"/>
          </a:p>
        </p:txBody>
      </p:sp>
      <p:sp>
        <p:nvSpPr>
          <p:cNvPr id="2390" name="Google Shape;2390;g2c663cccce7_0_188"/>
          <p:cNvSpPr txBox="1"/>
          <p:nvPr>
            <p:ph idx="1" type="body"/>
          </p:nvPr>
        </p:nvSpPr>
        <p:spPr>
          <a:xfrm>
            <a:off x="452950" y="115620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rPr b="1" lang="en" sz="1200">
                <a:solidFill>
                  <a:schemeClr val="dk2"/>
                </a:solidFill>
              </a:rPr>
              <a:t>1 - Choix de la caractéristique et du point de division :</a:t>
            </a:r>
            <a:r>
              <a:rPr b="1" lang="en" sz="1200"/>
              <a:t> L'algorithme examine chaque caractéristique et </a:t>
            </a:r>
            <a:r>
              <a:rPr b="1" lang="en" sz="1200">
                <a:solidFill>
                  <a:schemeClr val="lt2"/>
                </a:solidFill>
              </a:rPr>
              <a:t>détermine le point de division qui maximise la séparation des classes. </a:t>
            </a:r>
            <a:r>
              <a:rPr b="1" lang="en" sz="1200"/>
              <a:t>Ce choix repose sur des critères comme </a:t>
            </a:r>
            <a:r>
              <a:rPr b="1" lang="en" sz="1200">
                <a:solidFill>
                  <a:schemeClr val="dk2"/>
                </a:solidFill>
              </a:rPr>
              <a:t>l'indice de Gini ou l'entropie.</a:t>
            </a:r>
            <a:endParaRPr b="1" sz="1200">
              <a:solidFill>
                <a:schemeClr val="dk2"/>
              </a:solidFill>
            </a:endParaRPr>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solidFill>
                <a:schemeClr val="dk2"/>
              </a:solidFill>
            </a:endParaRPr>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sz="1000"/>
          </a:p>
        </p:txBody>
      </p:sp>
      <p:pic>
        <p:nvPicPr>
          <p:cNvPr id="2391" name="Google Shape;2391;g2c663cccce7_0_188"/>
          <p:cNvPicPr preferRelativeResize="0"/>
          <p:nvPr/>
        </p:nvPicPr>
        <p:blipFill rotWithShape="1">
          <a:blip r:embed="rId3">
            <a:alphaModFix/>
          </a:blip>
          <a:srcRect b="0" l="0" r="0" t="0"/>
          <a:stretch/>
        </p:blipFill>
        <p:spPr>
          <a:xfrm>
            <a:off x="4380950" y="1861525"/>
            <a:ext cx="4083300" cy="2541851"/>
          </a:xfrm>
          <a:prstGeom prst="rect">
            <a:avLst/>
          </a:prstGeom>
          <a:noFill/>
          <a:ln>
            <a:noFill/>
          </a:ln>
        </p:spPr>
      </p:pic>
      <p:sp>
        <p:nvSpPr>
          <p:cNvPr id="2392" name="Google Shape;2392;g2c663cccce7_0_188"/>
          <p:cNvSpPr txBox="1"/>
          <p:nvPr/>
        </p:nvSpPr>
        <p:spPr>
          <a:xfrm>
            <a:off x="4620950" y="4478125"/>
            <a:ext cx="3603300" cy="39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Assistant"/>
                <a:ea typeface="Assistant"/>
                <a:cs typeface="Assistant"/>
                <a:sym typeface="Assistant"/>
              </a:rPr>
              <a:t>Cet ensemble de données est utilisé pour prédire si une personne ne remboursera pas sa carte de crédit.</a:t>
            </a:r>
            <a:endParaRPr b="0" i="0" sz="1000" u="none" cap="none" strike="noStrike">
              <a:solidFill>
                <a:schemeClr val="dk1"/>
              </a:solidFill>
              <a:latin typeface="Assistant"/>
              <a:ea typeface="Assistant"/>
              <a:cs typeface="Assistant"/>
              <a:sym typeface="Assistant"/>
            </a:endParaRPr>
          </a:p>
        </p:txBody>
      </p:sp>
      <p:pic>
        <p:nvPicPr>
          <p:cNvPr id="2393" name="Google Shape;2393;g2c663cccce7_0_188"/>
          <p:cNvPicPr preferRelativeResize="0"/>
          <p:nvPr/>
        </p:nvPicPr>
        <p:blipFill rotWithShape="1">
          <a:blip r:embed="rId4">
            <a:alphaModFix/>
          </a:blip>
          <a:srcRect b="28990" l="17224" r="23890" t="44747"/>
          <a:stretch/>
        </p:blipFill>
        <p:spPr>
          <a:xfrm>
            <a:off x="1442850" y="2448400"/>
            <a:ext cx="1398024" cy="317700"/>
          </a:xfrm>
          <a:prstGeom prst="rect">
            <a:avLst/>
          </a:prstGeom>
          <a:noFill/>
          <a:ln>
            <a:noFill/>
          </a:ln>
        </p:spPr>
      </p:pic>
      <p:sp>
        <p:nvSpPr>
          <p:cNvPr id="2394" name="Google Shape;2394;g2c663cccce7_0_188"/>
          <p:cNvSpPr txBox="1"/>
          <p:nvPr/>
        </p:nvSpPr>
        <p:spPr>
          <a:xfrm>
            <a:off x="770025" y="2953000"/>
            <a:ext cx="33867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Assistant"/>
                <a:ea typeface="Assistant"/>
                <a:cs typeface="Assistant"/>
                <a:sym typeface="Assistant"/>
              </a:rPr>
              <a:t>Quand l’index de Ginni vaut 0 cela veut dire que le noeud apporte une information certaine</a:t>
            </a:r>
            <a:endParaRPr b="1" i="0" sz="1100" u="none" cap="none" strike="noStrike">
              <a:solidFill>
                <a:schemeClr val="dk1"/>
              </a:solidFill>
              <a:latin typeface="Assistant"/>
              <a:ea typeface="Assistant"/>
              <a:cs typeface="Assistant"/>
              <a:sym typeface="Assistan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8" name="Shape 2398"/>
        <p:cNvGrpSpPr/>
        <p:nvPr/>
      </p:nvGrpSpPr>
      <p:grpSpPr>
        <a:xfrm>
          <a:off x="0" y="0"/>
          <a:ext cx="0" cy="0"/>
          <a:chOff x="0" y="0"/>
          <a:chExt cx="0" cy="0"/>
        </a:xfrm>
      </p:grpSpPr>
      <p:sp>
        <p:nvSpPr>
          <p:cNvPr id="2399" name="Google Shape;2399;g2c663cccce7_0_183"/>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Fonctionnement des Arbres de Décision</a:t>
            </a:r>
            <a:endParaRPr sz="3000"/>
          </a:p>
        </p:txBody>
      </p:sp>
      <p:sp>
        <p:nvSpPr>
          <p:cNvPr id="2400" name="Google Shape;2400;g2c663cccce7_0_183"/>
          <p:cNvSpPr txBox="1"/>
          <p:nvPr>
            <p:ph idx="1" type="body"/>
          </p:nvPr>
        </p:nvSpPr>
        <p:spPr>
          <a:xfrm>
            <a:off x="452950" y="115620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rPr b="1" lang="en" sz="1100">
                <a:solidFill>
                  <a:schemeClr val="dk2"/>
                </a:solidFill>
              </a:rPr>
              <a:t>Division du nœud :</a:t>
            </a:r>
            <a:r>
              <a:rPr b="1" lang="en" sz="1100"/>
              <a:t> Une fois la meilleure caractéristique et le point de division choisis, le nœud est divisé en deux ou plusieurs sous-nœuds, selon la nature de la caractéristique (continue ou catégorielle).</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solidFill>
                <a:schemeClr val="dk2"/>
              </a:solidFill>
            </a:endParaRPr>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sz="1000"/>
          </a:p>
        </p:txBody>
      </p:sp>
      <p:pic>
        <p:nvPicPr>
          <p:cNvPr id="2401" name="Google Shape;2401;g2c663cccce7_0_183"/>
          <p:cNvPicPr preferRelativeResize="0"/>
          <p:nvPr/>
        </p:nvPicPr>
        <p:blipFill rotWithShape="1">
          <a:blip r:embed="rId3">
            <a:alphaModFix/>
          </a:blip>
          <a:srcRect b="0" l="0" r="0" t="0"/>
          <a:stretch/>
        </p:blipFill>
        <p:spPr>
          <a:xfrm>
            <a:off x="2736176" y="1976275"/>
            <a:ext cx="3349601" cy="21082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g2c663cccce7_0_165"/>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Fonctionnement des Arbres de Décision</a:t>
            </a:r>
            <a:endParaRPr sz="3000"/>
          </a:p>
        </p:txBody>
      </p:sp>
      <p:sp>
        <p:nvSpPr>
          <p:cNvPr id="2407" name="Google Shape;2407;g2c663cccce7_0_165"/>
          <p:cNvSpPr txBox="1"/>
          <p:nvPr>
            <p:ph idx="1" type="body"/>
          </p:nvPr>
        </p:nvSpPr>
        <p:spPr>
          <a:xfrm>
            <a:off x="452950" y="1156200"/>
            <a:ext cx="8039700" cy="28311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rPr b="1" lang="en" sz="1100">
                <a:solidFill>
                  <a:schemeClr val="dk2"/>
                </a:solidFill>
              </a:rPr>
              <a:t>2 - Répétition pour les sous-nœuds : </a:t>
            </a:r>
            <a:r>
              <a:rPr b="1" lang="en" sz="1100"/>
              <a:t>En choisissant la meilleure caractéristique et le point de division pour chaque sous-ensemble de données.</a:t>
            </a:r>
            <a:endParaRPr b="1" sz="1100"/>
          </a:p>
          <a:p>
            <a:pPr indent="0" lvl="0" marL="0" rtl="0" algn="l">
              <a:lnSpc>
                <a:spcPct val="150000"/>
              </a:lnSpc>
              <a:spcBef>
                <a:spcPts val="0"/>
              </a:spcBef>
              <a:spcAft>
                <a:spcPts val="0"/>
              </a:spcAft>
              <a:buSzPts val="1200"/>
              <a:buNone/>
            </a:pPr>
            <a:r>
              <a:t/>
            </a:r>
            <a:endParaRPr b="1" sz="1100">
              <a:solidFill>
                <a:schemeClr val="dk2"/>
              </a:solidFill>
            </a:endParaRPr>
          </a:p>
          <a:p>
            <a:pPr indent="0" lvl="0" marL="0" rtl="0" algn="l">
              <a:lnSpc>
                <a:spcPct val="150000"/>
              </a:lnSpc>
              <a:spcBef>
                <a:spcPts val="0"/>
              </a:spcBef>
              <a:spcAft>
                <a:spcPts val="0"/>
              </a:spcAft>
              <a:buSzPts val="1200"/>
              <a:buNone/>
            </a:pPr>
            <a:r>
              <a:rPr b="1" lang="en" sz="1100">
                <a:solidFill>
                  <a:schemeClr val="dk2"/>
                </a:solidFill>
              </a:rPr>
              <a:t>3 - Critères d'arrêt : </a:t>
            </a:r>
            <a:r>
              <a:rPr b="1" lang="en" sz="1100"/>
              <a:t>L'expansion de l'arbre s'arrête lorsque l'un des critères d'arrêt est atteint, par exemple, </a:t>
            </a:r>
            <a:r>
              <a:rPr b="1" lang="en" sz="1100">
                <a:solidFill>
                  <a:schemeClr val="lt2"/>
                </a:solidFill>
              </a:rPr>
              <a:t>si tous les points dans un nœud appartiennent à la même classe</a:t>
            </a:r>
            <a:r>
              <a:rPr b="1" lang="en" sz="1100"/>
              <a:t>, si </a:t>
            </a:r>
            <a:r>
              <a:rPr b="1" lang="en" sz="1100">
                <a:solidFill>
                  <a:schemeClr val="lt2"/>
                </a:solidFill>
              </a:rPr>
              <a:t>un nœud a atteint une taille minimale</a:t>
            </a:r>
            <a:r>
              <a:rPr b="1" lang="en" sz="1100"/>
              <a:t> ou si </a:t>
            </a:r>
            <a:r>
              <a:rPr b="1" lang="en" sz="1100">
                <a:solidFill>
                  <a:schemeClr val="lt2"/>
                </a:solidFill>
              </a:rPr>
              <a:t>l'ajout d'un nouveau nœud n'améliore pas significativement la performance du modèle</a:t>
            </a:r>
            <a:r>
              <a:rPr b="1" lang="en" sz="1100"/>
              <a:t>.</a:t>
            </a:r>
            <a:endParaRPr b="1" sz="1100"/>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rPr b="1" lang="en" sz="1100">
                <a:solidFill>
                  <a:schemeClr val="dk2"/>
                </a:solidFill>
              </a:rPr>
              <a:t>4 - Élagage :</a:t>
            </a:r>
            <a:r>
              <a:rPr b="1" lang="en" sz="1100"/>
              <a:t> Pour éviter le surapprentissage, l'arbre est souvent élagué. L'élagage consiste à supprimer les parties de l'arbre qui apportent peu d'information pour simplifier le modèle et améliorer sa capacité de généralisation.</a:t>
            </a:r>
            <a:endParaRPr b="1" sz="1100"/>
          </a:p>
          <a:p>
            <a:pPr indent="0" lvl="0" marL="0" rtl="0" algn="l">
              <a:lnSpc>
                <a:spcPct val="150000"/>
              </a:lnSpc>
              <a:spcBef>
                <a:spcPts val="0"/>
              </a:spcBef>
              <a:spcAft>
                <a:spcPts val="0"/>
              </a:spcAft>
              <a:buSzPts val="1200"/>
              <a:buNone/>
            </a:pPr>
            <a:r>
              <a:t/>
            </a:r>
            <a:endParaRPr b="1" sz="1100">
              <a:solidFill>
                <a:schemeClr val="dk2"/>
              </a:solidFill>
            </a:endParaRPr>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1" name="Shape 2411"/>
        <p:cNvGrpSpPr/>
        <p:nvPr/>
      </p:nvGrpSpPr>
      <p:grpSpPr>
        <a:xfrm>
          <a:off x="0" y="0"/>
          <a:ext cx="0" cy="0"/>
          <a:chOff x="0" y="0"/>
          <a:chExt cx="0" cy="0"/>
        </a:xfrm>
      </p:grpSpPr>
      <p:sp>
        <p:nvSpPr>
          <p:cNvPr id="2412" name="Google Shape;2412;g2c663cccce7_0_170"/>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Avantages et Inconvénients des Arbres de Décision</a:t>
            </a:r>
            <a:endParaRPr sz="3000"/>
          </a:p>
        </p:txBody>
      </p:sp>
      <p:sp>
        <p:nvSpPr>
          <p:cNvPr id="2413" name="Google Shape;2413;g2c663cccce7_0_170"/>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100">
                <a:solidFill>
                  <a:schemeClr val="dk2"/>
                </a:solidFill>
              </a:rPr>
              <a:t>Avantages :</a:t>
            </a:r>
            <a:endParaRPr b="1" sz="1100">
              <a:solidFill>
                <a:schemeClr val="dk2"/>
              </a:solidFill>
            </a:endParaRPr>
          </a:p>
          <a:p>
            <a:pPr indent="-298450" lvl="0" marL="457200" rtl="0" algn="l">
              <a:lnSpc>
                <a:spcPct val="100000"/>
              </a:lnSpc>
              <a:spcBef>
                <a:spcPts val="0"/>
              </a:spcBef>
              <a:spcAft>
                <a:spcPts val="0"/>
              </a:spcAft>
              <a:buSzPts val="1100"/>
              <a:buChar char="●"/>
            </a:pPr>
            <a:r>
              <a:rPr b="1" lang="en" sz="1100">
                <a:solidFill>
                  <a:schemeClr val="dk2"/>
                </a:solidFill>
              </a:rPr>
              <a:t>Interprétabilité : </a:t>
            </a:r>
            <a:r>
              <a:rPr b="1" lang="en" sz="1100"/>
              <a:t>Les arbres de décision sont faciles à comprendre et à interpréter, même pour des personnes sans formation technique.</a:t>
            </a:r>
            <a:endParaRPr b="1" sz="1100"/>
          </a:p>
          <a:p>
            <a:pPr indent="-298450" lvl="0" marL="457200" rtl="0" algn="l">
              <a:lnSpc>
                <a:spcPct val="100000"/>
              </a:lnSpc>
              <a:spcBef>
                <a:spcPts val="0"/>
              </a:spcBef>
              <a:spcAft>
                <a:spcPts val="0"/>
              </a:spcAft>
              <a:buSzPts val="1100"/>
              <a:buChar char="●"/>
            </a:pPr>
            <a:r>
              <a:rPr b="1" lang="en" sz="1100">
                <a:solidFill>
                  <a:schemeClr val="dk2"/>
                </a:solidFill>
              </a:rPr>
              <a:t>Flexibilité :</a:t>
            </a:r>
            <a:r>
              <a:rPr b="1" lang="en" sz="1100"/>
              <a:t> Ils peuvent gérer à la fois des données numériques et catégorielles et ne nécessitent pas de normalisation des données.</a:t>
            </a:r>
            <a:endParaRPr b="1" sz="1100"/>
          </a:p>
          <a:p>
            <a:pPr indent="-298450" lvl="0" marL="457200" rtl="0" algn="l">
              <a:lnSpc>
                <a:spcPct val="100000"/>
              </a:lnSpc>
              <a:spcBef>
                <a:spcPts val="0"/>
              </a:spcBef>
              <a:spcAft>
                <a:spcPts val="0"/>
              </a:spcAft>
              <a:buSzPts val="1100"/>
              <a:buChar char="●"/>
            </a:pPr>
            <a:r>
              <a:rPr b="1" lang="en" sz="1100">
                <a:solidFill>
                  <a:schemeClr val="dk2"/>
                </a:solidFill>
              </a:rPr>
              <a:t>Identification des caractéristiques importantes :</a:t>
            </a:r>
            <a:r>
              <a:rPr b="1" lang="en" sz="1100"/>
              <a:t> L'importance des caractéristiques peut être évaluée en fonction de leur utilisation pour effectuer des divisions dans l'arbre.</a:t>
            </a:r>
            <a:endParaRPr b="1" sz="1100"/>
          </a:p>
          <a:p>
            <a:pPr indent="0" lvl="0" marL="457200" rtl="0" algn="l">
              <a:lnSpc>
                <a:spcPct val="100000"/>
              </a:lnSpc>
              <a:spcBef>
                <a:spcPts val="0"/>
              </a:spcBef>
              <a:spcAft>
                <a:spcPts val="0"/>
              </a:spcAft>
              <a:buSzPts val="1200"/>
              <a:buNone/>
            </a:pPr>
            <a:r>
              <a:t/>
            </a:r>
            <a:endParaRPr b="1" sz="1100"/>
          </a:p>
          <a:p>
            <a:pPr indent="0" lvl="0" marL="457200" rtl="0" algn="l">
              <a:lnSpc>
                <a:spcPct val="100000"/>
              </a:lnSpc>
              <a:spcBef>
                <a:spcPts val="0"/>
              </a:spcBef>
              <a:spcAft>
                <a:spcPts val="0"/>
              </a:spcAft>
              <a:buSzPts val="1200"/>
              <a:buNone/>
            </a:pPr>
            <a:r>
              <a:t/>
            </a:r>
            <a:endParaRPr b="1" sz="1100"/>
          </a:p>
          <a:p>
            <a:pPr indent="0" lvl="0" marL="0" rtl="0" algn="l">
              <a:lnSpc>
                <a:spcPct val="100000"/>
              </a:lnSpc>
              <a:spcBef>
                <a:spcPts val="0"/>
              </a:spcBef>
              <a:spcAft>
                <a:spcPts val="0"/>
              </a:spcAft>
              <a:buSzPts val="1200"/>
              <a:buNone/>
            </a:pPr>
            <a:r>
              <a:rPr b="1" lang="en" sz="1100">
                <a:solidFill>
                  <a:schemeClr val="dk2"/>
                </a:solidFill>
              </a:rPr>
              <a:t>Inconvénients :</a:t>
            </a:r>
            <a:endParaRPr b="1" sz="1100">
              <a:solidFill>
                <a:schemeClr val="dk2"/>
              </a:solidFill>
            </a:endParaRPr>
          </a:p>
          <a:p>
            <a:pPr indent="-298450" lvl="0" marL="457200" rtl="0" algn="l">
              <a:lnSpc>
                <a:spcPct val="100000"/>
              </a:lnSpc>
              <a:spcBef>
                <a:spcPts val="0"/>
              </a:spcBef>
              <a:spcAft>
                <a:spcPts val="0"/>
              </a:spcAft>
              <a:buSzPts val="1100"/>
              <a:buChar char="●"/>
            </a:pPr>
            <a:r>
              <a:rPr b="1" lang="en" sz="1100">
                <a:solidFill>
                  <a:schemeClr val="dk2"/>
                </a:solidFill>
              </a:rPr>
              <a:t>Surapprentissage </a:t>
            </a:r>
            <a:r>
              <a:rPr b="1" lang="en" sz="1100"/>
              <a:t>: Sans élagage adéquat, les arbres de décision ont tendance à sur-ajuster les données d'entraînement, capturant le bruit au lieu de signaler des tendances sous-jacentes.</a:t>
            </a:r>
            <a:endParaRPr b="1" sz="1100"/>
          </a:p>
          <a:p>
            <a:pPr indent="-298450" lvl="0" marL="457200" rtl="0" algn="l">
              <a:lnSpc>
                <a:spcPct val="100000"/>
              </a:lnSpc>
              <a:spcBef>
                <a:spcPts val="0"/>
              </a:spcBef>
              <a:spcAft>
                <a:spcPts val="0"/>
              </a:spcAft>
              <a:buSzPts val="1100"/>
              <a:buChar char="●"/>
            </a:pPr>
            <a:r>
              <a:rPr b="1" lang="en" sz="1100">
                <a:solidFill>
                  <a:schemeClr val="dk2"/>
                </a:solidFill>
              </a:rPr>
              <a:t>Instabilité </a:t>
            </a:r>
            <a:r>
              <a:rPr b="1" lang="en" sz="1100"/>
              <a:t>: De petites variations dans les données peuvent entraîner la construction d'un arbre complètement différent.</a:t>
            </a:r>
            <a:endParaRPr b="1" sz="1100"/>
          </a:p>
          <a:p>
            <a:pPr indent="-298450" lvl="0" marL="457200" rtl="0" algn="l">
              <a:lnSpc>
                <a:spcPct val="100000"/>
              </a:lnSpc>
              <a:spcBef>
                <a:spcPts val="0"/>
              </a:spcBef>
              <a:spcAft>
                <a:spcPts val="0"/>
              </a:spcAft>
              <a:buSzPts val="1100"/>
              <a:buChar char="●"/>
            </a:pPr>
            <a:r>
              <a:rPr b="1" lang="en" sz="1100">
                <a:solidFill>
                  <a:schemeClr val="dk2"/>
                </a:solidFill>
              </a:rPr>
              <a:t>Problèmes avec des données déséquilibrées :</a:t>
            </a:r>
            <a:r>
              <a:rPr b="1" lang="en" sz="1100"/>
              <a:t> Ils peuvent être biaisés envers les classes dominantes, nécessitant des techniques spécifiques pour gérer l'équilibre des classes.</a:t>
            </a:r>
            <a:endParaRPr b="1"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7" name="Shape 2417"/>
        <p:cNvGrpSpPr/>
        <p:nvPr/>
      </p:nvGrpSpPr>
      <p:grpSpPr>
        <a:xfrm>
          <a:off x="0" y="0"/>
          <a:ext cx="0" cy="0"/>
          <a:chOff x="0" y="0"/>
          <a:chExt cx="0" cy="0"/>
        </a:xfrm>
      </p:grpSpPr>
      <p:sp>
        <p:nvSpPr>
          <p:cNvPr id="2418" name="Google Shape;2418;g2c85b13102e_0_0"/>
          <p:cNvSpPr/>
          <p:nvPr/>
        </p:nvSpPr>
        <p:spPr>
          <a:xfrm>
            <a:off x="3839250" y="95597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19" name="Google Shape;2419;g2c85b13102e_0_0"/>
          <p:cNvSpPr txBox="1"/>
          <p:nvPr>
            <p:ph type="title"/>
          </p:nvPr>
        </p:nvSpPr>
        <p:spPr>
          <a:xfrm>
            <a:off x="1146300" y="2711575"/>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900"/>
              <a:t>Random Forest</a:t>
            </a:r>
            <a:endParaRPr sz="5900"/>
          </a:p>
        </p:txBody>
      </p:sp>
      <p:sp>
        <p:nvSpPr>
          <p:cNvPr id="2420" name="Google Shape;2420;g2c85b13102e_0_0"/>
          <p:cNvSpPr txBox="1"/>
          <p:nvPr>
            <p:ph idx="2" type="title"/>
          </p:nvPr>
        </p:nvSpPr>
        <p:spPr>
          <a:xfrm>
            <a:off x="3922500" y="1190275"/>
            <a:ext cx="1299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4" name="Shape 2424"/>
        <p:cNvGrpSpPr/>
        <p:nvPr/>
      </p:nvGrpSpPr>
      <p:grpSpPr>
        <a:xfrm>
          <a:off x="0" y="0"/>
          <a:ext cx="0" cy="0"/>
          <a:chOff x="0" y="0"/>
          <a:chExt cx="0" cy="0"/>
        </a:xfrm>
      </p:grpSpPr>
      <p:sp>
        <p:nvSpPr>
          <p:cNvPr id="2425" name="Google Shape;2425;g2c85b13102e_0_12"/>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Introduction au Random Forest</a:t>
            </a:r>
            <a:endParaRPr sz="3000"/>
          </a:p>
        </p:txBody>
      </p:sp>
      <p:sp>
        <p:nvSpPr>
          <p:cNvPr id="2426" name="Google Shape;2426;g2c85b13102e_0_12"/>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 sz="1100">
                <a:solidFill>
                  <a:schemeClr val="dk2"/>
                </a:solidFill>
              </a:rPr>
              <a:t>Random Forest</a:t>
            </a:r>
            <a:r>
              <a:rPr b="1" lang="en" sz="1100"/>
              <a:t> est un algorithme d'apprentissage ensembliste qui utilise </a:t>
            </a:r>
            <a:r>
              <a:rPr b="1" lang="en" sz="1100">
                <a:solidFill>
                  <a:schemeClr val="dk2"/>
                </a:solidFill>
              </a:rPr>
              <a:t>une multitude d'arbres de décision</a:t>
            </a:r>
            <a:r>
              <a:rPr b="1" lang="en" sz="1100"/>
              <a:t> pour effectuer </a:t>
            </a:r>
            <a:r>
              <a:rPr b="1" lang="en" sz="1100">
                <a:solidFill>
                  <a:schemeClr val="dk2"/>
                </a:solidFill>
              </a:rPr>
              <a:t>des tâches de classification</a:t>
            </a:r>
            <a:r>
              <a:rPr b="1" lang="en" sz="1100"/>
              <a:t>, de régression, et d'autres tâches encore.</a:t>
            </a:r>
            <a:endParaRPr b="1" sz="1100"/>
          </a:p>
          <a:p>
            <a:pPr indent="-298450" lvl="0" marL="457200" rtl="0" algn="l">
              <a:lnSpc>
                <a:spcPct val="100000"/>
              </a:lnSpc>
              <a:spcBef>
                <a:spcPts val="0"/>
              </a:spcBef>
              <a:spcAft>
                <a:spcPts val="0"/>
              </a:spcAft>
              <a:buSzPts val="1100"/>
              <a:buChar char="●"/>
            </a:pPr>
            <a:r>
              <a:rPr b="1" lang="en" sz="1100">
                <a:solidFill>
                  <a:schemeClr val="dk2"/>
                </a:solidFill>
              </a:rPr>
              <a:t>Il combine les prédictions de plusieurs arbres de décision</a:t>
            </a:r>
            <a:r>
              <a:rPr b="1" lang="en" sz="1100"/>
              <a:t> pour </a:t>
            </a:r>
            <a:r>
              <a:rPr b="1" lang="en" sz="1100">
                <a:solidFill>
                  <a:schemeClr val="lt2"/>
                </a:solidFill>
              </a:rPr>
              <a:t>améliorer la précision et contrôler le surapprentissage.</a:t>
            </a:r>
            <a:endParaRPr b="1" sz="1100">
              <a:solidFill>
                <a:schemeClr val="lt2"/>
              </a:solidFill>
            </a:endParaRPr>
          </a:p>
          <a:p>
            <a:pPr indent="-298450" lvl="0" marL="457200" rtl="0" algn="l">
              <a:lnSpc>
                <a:spcPct val="100000"/>
              </a:lnSpc>
              <a:spcBef>
                <a:spcPts val="0"/>
              </a:spcBef>
              <a:spcAft>
                <a:spcPts val="0"/>
              </a:spcAft>
              <a:buSzPts val="1100"/>
              <a:buChar char="●"/>
            </a:pPr>
            <a:r>
              <a:rPr b="1" lang="en" sz="1100"/>
              <a:t>Chaque arbre dans la "forêt" est construit à partir d'un échantillon aléatoire des données d'entraînement, avec remplacement (bootstrap sample).</a:t>
            </a:r>
            <a:endParaRPr b="1" sz="1100"/>
          </a:p>
          <a:p>
            <a:pPr indent="-298450" lvl="0" marL="457200" rtl="0" algn="l">
              <a:lnSpc>
                <a:spcPct val="100000"/>
              </a:lnSpc>
              <a:spcBef>
                <a:spcPts val="0"/>
              </a:spcBef>
              <a:spcAft>
                <a:spcPts val="0"/>
              </a:spcAft>
              <a:buSzPts val="1100"/>
              <a:buChar char="●"/>
            </a:pPr>
            <a:r>
              <a:rPr b="1" lang="en" sz="1100">
                <a:solidFill>
                  <a:schemeClr val="dk2"/>
                </a:solidFill>
              </a:rPr>
              <a:t>Prédiction :</a:t>
            </a:r>
            <a:r>
              <a:rPr b="1" lang="en" sz="1100"/>
              <a:t> Pour une tâche de classification, </a:t>
            </a:r>
            <a:r>
              <a:rPr b="1" lang="en" sz="1100">
                <a:solidFill>
                  <a:schemeClr val="dk2"/>
                </a:solidFill>
              </a:rPr>
              <a:t>la prédiction finale est</a:t>
            </a:r>
            <a:r>
              <a:rPr b="1" lang="en" sz="1100"/>
              <a:t> </a:t>
            </a:r>
            <a:r>
              <a:rPr b="1" lang="en" sz="1100">
                <a:solidFill>
                  <a:schemeClr val="dk2"/>
                </a:solidFill>
              </a:rPr>
              <a:t>le mode des classes prédites par tous les arbres</a:t>
            </a:r>
            <a:r>
              <a:rPr b="1" lang="en" sz="1100"/>
              <a:t>. Pour la régression, c'est la moyenne des prédictions.</a:t>
            </a:r>
            <a:endParaRPr b="1" sz="1100"/>
          </a:p>
          <a:p>
            <a:pPr indent="0" lvl="0" marL="457200" rtl="0" algn="l">
              <a:lnSpc>
                <a:spcPct val="100000"/>
              </a:lnSpc>
              <a:spcBef>
                <a:spcPts val="0"/>
              </a:spcBef>
              <a:spcAft>
                <a:spcPts val="0"/>
              </a:spcAft>
              <a:buSzPts val="1200"/>
              <a:buNone/>
            </a:pPr>
            <a:r>
              <a:t/>
            </a:r>
            <a:endParaRPr b="1" sz="1100">
              <a:solidFill>
                <a:schemeClr val="dk2"/>
              </a:solidFill>
            </a:endParaRPr>
          </a:p>
        </p:txBody>
      </p:sp>
      <p:pic>
        <p:nvPicPr>
          <p:cNvPr id="2427" name="Google Shape;2427;g2c85b13102e_0_12"/>
          <p:cNvPicPr preferRelativeResize="0"/>
          <p:nvPr/>
        </p:nvPicPr>
        <p:blipFill rotWithShape="1">
          <a:blip r:embed="rId3">
            <a:alphaModFix/>
          </a:blip>
          <a:srcRect b="0" l="0" r="0" t="0"/>
          <a:stretch/>
        </p:blipFill>
        <p:spPr>
          <a:xfrm>
            <a:off x="2851575" y="2893200"/>
            <a:ext cx="3098500" cy="2107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1" name="Shape 2431"/>
        <p:cNvGrpSpPr/>
        <p:nvPr/>
      </p:nvGrpSpPr>
      <p:grpSpPr>
        <a:xfrm>
          <a:off x="0" y="0"/>
          <a:ext cx="0" cy="0"/>
          <a:chOff x="0" y="0"/>
          <a:chExt cx="0" cy="0"/>
        </a:xfrm>
      </p:grpSpPr>
      <p:sp>
        <p:nvSpPr>
          <p:cNvPr id="2432" name="Google Shape;2432;g2c85b13102e_0_18"/>
          <p:cNvSpPr txBox="1"/>
          <p:nvPr>
            <p:ph type="title"/>
          </p:nvPr>
        </p:nvSpPr>
        <p:spPr>
          <a:xfrm>
            <a:off x="1740725" y="223775"/>
            <a:ext cx="6348300" cy="785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Le Principe de Bootstrapping</a:t>
            </a:r>
            <a:endParaRPr/>
          </a:p>
        </p:txBody>
      </p:sp>
      <p:sp>
        <p:nvSpPr>
          <p:cNvPr id="2433" name="Google Shape;2433;g2c85b13102e_0_18"/>
          <p:cNvSpPr txBox="1"/>
          <p:nvPr>
            <p:ph idx="1" type="body"/>
          </p:nvPr>
        </p:nvSpPr>
        <p:spPr>
          <a:xfrm>
            <a:off x="4190725" y="1552000"/>
            <a:ext cx="4421700" cy="23130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200"/>
              <a:buNone/>
            </a:pPr>
            <a:r>
              <a:t/>
            </a:r>
            <a:endParaRPr b="1" sz="1200"/>
          </a:p>
          <a:p>
            <a:pPr indent="-285750" lvl="0" marL="457200" rtl="0" algn="l">
              <a:lnSpc>
                <a:spcPct val="100000"/>
              </a:lnSpc>
              <a:spcBef>
                <a:spcPts val="0"/>
              </a:spcBef>
              <a:spcAft>
                <a:spcPts val="0"/>
              </a:spcAft>
              <a:buSzPts val="900"/>
              <a:buChar char="●"/>
            </a:pPr>
            <a:r>
              <a:rPr b="1" lang="en" sz="1200"/>
              <a:t>Dans Random Forest, c</a:t>
            </a:r>
            <a:r>
              <a:rPr b="1" lang="en" sz="1200">
                <a:solidFill>
                  <a:schemeClr val="dk2"/>
                </a:solidFill>
              </a:rPr>
              <a:t>haque arbre est construit à partir d'un échantillon bootstrap de l'ensemble de données d'entraînement</a:t>
            </a:r>
            <a:r>
              <a:rPr b="1" lang="en" sz="1200"/>
              <a:t>. Cela signifie que certains échantillons peuvent </a:t>
            </a:r>
            <a:r>
              <a:rPr b="1" lang="en" sz="1200">
                <a:solidFill>
                  <a:schemeClr val="lt2"/>
                </a:solidFill>
              </a:rPr>
              <a:t>apparaître plusieurs fois dans un même échantillon bootstrap, tandis que d'autres peuvent être absents.</a:t>
            </a:r>
            <a:endParaRPr b="1" sz="1200">
              <a:solidFill>
                <a:schemeClr val="lt2"/>
              </a:solidFill>
            </a:endParaRPr>
          </a:p>
          <a:p>
            <a:pPr indent="0" lvl="0" marL="457200" rtl="0" algn="l">
              <a:lnSpc>
                <a:spcPct val="100000"/>
              </a:lnSpc>
              <a:spcBef>
                <a:spcPts val="0"/>
              </a:spcBef>
              <a:spcAft>
                <a:spcPts val="0"/>
              </a:spcAft>
              <a:buSzPts val="1200"/>
              <a:buNone/>
            </a:pPr>
            <a:r>
              <a:t/>
            </a:r>
            <a:endParaRPr b="1" sz="1200"/>
          </a:p>
          <a:p>
            <a:pPr indent="-285750" lvl="0" marL="457200" rtl="0" algn="l">
              <a:lnSpc>
                <a:spcPct val="100000"/>
              </a:lnSpc>
              <a:spcBef>
                <a:spcPts val="0"/>
              </a:spcBef>
              <a:spcAft>
                <a:spcPts val="0"/>
              </a:spcAft>
              <a:buSzPts val="900"/>
              <a:buChar char="●"/>
            </a:pPr>
            <a:r>
              <a:rPr b="1" lang="en" sz="1200"/>
              <a:t>Ce processus introduit de la diversité parmi les arbres de la forêt, un élément clé de la réduction du surapprentissage.</a:t>
            </a:r>
            <a:endParaRPr b="1" sz="1200"/>
          </a:p>
          <a:p>
            <a:pPr indent="0" lvl="0" marL="0" rtl="0" algn="l">
              <a:lnSpc>
                <a:spcPct val="100000"/>
              </a:lnSpc>
              <a:spcBef>
                <a:spcPts val="0"/>
              </a:spcBef>
              <a:spcAft>
                <a:spcPts val="0"/>
              </a:spcAft>
              <a:buSzPts val="1200"/>
              <a:buNone/>
            </a:pPr>
            <a:r>
              <a:t/>
            </a:r>
            <a:endParaRPr/>
          </a:p>
        </p:txBody>
      </p:sp>
      <p:pic>
        <p:nvPicPr>
          <p:cNvPr id="2434" name="Google Shape;2434;g2c85b13102e_0_18"/>
          <p:cNvPicPr preferRelativeResize="0"/>
          <p:nvPr/>
        </p:nvPicPr>
        <p:blipFill rotWithShape="1">
          <a:blip r:embed="rId3">
            <a:alphaModFix/>
          </a:blip>
          <a:srcRect b="0" l="0" r="0" t="0"/>
          <a:stretch/>
        </p:blipFill>
        <p:spPr>
          <a:xfrm>
            <a:off x="1193775" y="1383050"/>
            <a:ext cx="2621800" cy="3154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8" name="Shape 2438"/>
        <p:cNvGrpSpPr/>
        <p:nvPr/>
      </p:nvGrpSpPr>
      <p:grpSpPr>
        <a:xfrm>
          <a:off x="0" y="0"/>
          <a:ext cx="0" cy="0"/>
          <a:chOff x="0" y="0"/>
          <a:chExt cx="0" cy="0"/>
        </a:xfrm>
      </p:grpSpPr>
      <p:sp>
        <p:nvSpPr>
          <p:cNvPr id="2439" name="Google Shape;2439;g2c85b13102e_0_24"/>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Données Out-Of-Bag (OOB)</a:t>
            </a:r>
            <a:endParaRPr sz="3000"/>
          </a:p>
        </p:txBody>
      </p:sp>
      <p:sp>
        <p:nvSpPr>
          <p:cNvPr id="2440" name="Google Shape;2440;g2c85b13102e_0_24"/>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 sz="1100">
                <a:solidFill>
                  <a:schemeClr val="dk2"/>
                </a:solidFill>
              </a:rPr>
              <a:t>Les échantillons non sélectionnés</a:t>
            </a:r>
            <a:r>
              <a:rPr b="1" lang="en" sz="1100"/>
              <a:t> pour </a:t>
            </a:r>
            <a:r>
              <a:rPr b="1" lang="en" sz="1100" u="sng"/>
              <a:t>un arbre donné lors du processus de bootstrapping sont appelés</a:t>
            </a:r>
            <a:r>
              <a:rPr b="1" lang="en" sz="1100"/>
              <a:t> </a:t>
            </a:r>
            <a:r>
              <a:rPr b="1" lang="en" sz="1100">
                <a:solidFill>
                  <a:schemeClr val="lt2"/>
                </a:solidFill>
              </a:rPr>
              <a:t>données out-of-bag (OOB).</a:t>
            </a:r>
            <a:endParaRPr b="1" sz="1100">
              <a:solidFill>
                <a:schemeClr val="lt2"/>
              </a:solidFill>
            </a:endParaRPr>
          </a:p>
          <a:p>
            <a:pPr indent="-298450" lvl="0" marL="457200" rtl="0" algn="l">
              <a:lnSpc>
                <a:spcPct val="100000"/>
              </a:lnSpc>
              <a:spcBef>
                <a:spcPts val="0"/>
              </a:spcBef>
              <a:spcAft>
                <a:spcPts val="0"/>
              </a:spcAft>
              <a:buSzPts val="1100"/>
              <a:buChar char="●"/>
            </a:pPr>
            <a:r>
              <a:rPr b="1" lang="en" sz="1100"/>
              <a:t>Ces données OOB servent de </a:t>
            </a:r>
            <a:r>
              <a:rPr b="1" lang="en" sz="1100">
                <a:solidFill>
                  <a:schemeClr val="dk2"/>
                </a:solidFill>
              </a:rPr>
              <a:t>test "gratuit"</a:t>
            </a:r>
            <a:r>
              <a:rPr b="1" lang="en" sz="1100"/>
              <a:t> pour cet arbre, puisqu'elles </a:t>
            </a:r>
            <a:r>
              <a:rPr b="1" lang="en" sz="1100">
                <a:solidFill>
                  <a:schemeClr val="lt2"/>
                </a:solidFill>
              </a:rPr>
              <a:t>n'ont pas été utilisées lors de son entraînement.</a:t>
            </a:r>
            <a:endParaRPr b="1" sz="1100">
              <a:solidFill>
                <a:schemeClr val="lt2"/>
              </a:solidFill>
            </a:endParaRPr>
          </a:p>
          <a:p>
            <a:pPr indent="-298450" lvl="0" marL="457200" rtl="0" algn="l">
              <a:lnSpc>
                <a:spcPct val="100000"/>
              </a:lnSpc>
              <a:spcBef>
                <a:spcPts val="0"/>
              </a:spcBef>
              <a:spcAft>
                <a:spcPts val="0"/>
              </a:spcAft>
              <a:buSzPts val="1100"/>
              <a:buChar char="●"/>
            </a:pPr>
            <a:r>
              <a:rPr b="1" lang="en" sz="1100"/>
              <a:t>En agrégeant les erreurs OOB pour chaque échantillon à travers tous les arbres où cet échantillon est OOB, o</a:t>
            </a:r>
            <a:r>
              <a:rPr b="1" lang="en" sz="1100">
                <a:solidFill>
                  <a:schemeClr val="dk2"/>
                </a:solidFill>
              </a:rPr>
              <a:t>n obtient une estimation de l'erreur de généralisation de la forêt entière.</a:t>
            </a:r>
            <a:endParaRPr b="1" sz="1100">
              <a:solidFill>
                <a:schemeClr val="dk2"/>
              </a:solidFill>
            </a:endParaRPr>
          </a:p>
          <a:p>
            <a:pPr indent="0" lvl="0" marL="0" rtl="0" algn="l">
              <a:lnSpc>
                <a:spcPct val="100000"/>
              </a:lnSpc>
              <a:spcBef>
                <a:spcPts val="0"/>
              </a:spcBef>
              <a:spcAft>
                <a:spcPts val="0"/>
              </a:spcAft>
              <a:buSzPts val="1200"/>
              <a:buNone/>
            </a:pPr>
            <a:r>
              <a:t/>
            </a:r>
            <a:endParaRPr b="1" sz="1100">
              <a:solidFill>
                <a:schemeClr val="dk2"/>
              </a:solidFill>
            </a:endParaRPr>
          </a:p>
          <a:p>
            <a:pPr indent="0" lvl="0" marL="457200" rtl="0" algn="l">
              <a:lnSpc>
                <a:spcPct val="100000"/>
              </a:lnSpc>
              <a:spcBef>
                <a:spcPts val="0"/>
              </a:spcBef>
              <a:spcAft>
                <a:spcPts val="0"/>
              </a:spcAft>
              <a:buSzPts val="1200"/>
              <a:buNone/>
            </a:pPr>
            <a:r>
              <a:t/>
            </a:r>
            <a:endParaRPr b="1" sz="1100">
              <a:solidFill>
                <a:schemeClr val="dk2"/>
              </a:solidFill>
            </a:endParaRPr>
          </a:p>
        </p:txBody>
      </p:sp>
      <p:pic>
        <p:nvPicPr>
          <p:cNvPr id="2441" name="Google Shape;2441;g2c85b13102e_0_24"/>
          <p:cNvPicPr preferRelativeResize="0"/>
          <p:nvPr/>
        </p:nvPicPr>
        <p:blipFill rotWithShape="1">
          <a:blip r:embed="rId3">
            <a:alphaModFix/>
          </a:blip>
          <a:srcRect b="0" l="0" r="0" t="0"/>
          <a:stretch/>
        </p:blipFill>
        <p:spPr>
          <a:xfrm>
            <a:off x="2306375" y="2537800"/>
            <a:ext cx="4646324" cy="2137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5" name="Shape 2445"/>
        <p:cNvGrpSpPr/>
        <p:nvPr/>
      </p:nvGrpSpPr>
      <p:grpSpPr>
        <a:xfrm>
          <a:off x="0" y="0"/>
          <a:ext cx="0" cy="0"/>
          <a:chOff x="0" y="0"/>
          <a:chExt cx="0" cy="0"/>
        </a:xfrm>
      </p:grpSpPr>
      <p:sp>
        <p:nvSpPr>
          <p:cNvPr id="2446" name="Google Shape;2446;g2c85b13102e_0_30"/>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Mesure de Performance avec les Données OOB</a:t>
            </a:r>
            <a:endParaRPr sz="3000"/>
          </a:p>
        </p:txBody>
      </p:sp>
      <p:sp>
        <p:nvSpPr>
          <p:cNvPr id="2447" name="Google Shape;2447;g2c85b13102e_0_30"/>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b="1" lang="en" sz="1100">
                <a:solidFill>
                  <a:schemeClr val="dk2"/>
                </a:solidFill>
              </a:rPr>
              <a:t>L'erreur OOB</a:t>
            </a:r>
            <a:r>
              <a:rPr b="1" lang="en" sz="1100"/>
              <a:t> est une mesure </a:t>
            </a:r>
            <a:r>
              <a:rPr b="1" lang="en" sz="1100">
                <a:solidFill>
                  <a:schemeClr val="dk2"/>
                </a:solidFill>
              </a:rPr>
              <a:t>de performance robuste </a:t>
            </a:r>
            <a:r>
              <a:rPr b="1" lang="en" sz="1100"/>
              <a:t>pour les modèles Random Forest, car elle est basée sur des prédictions pour chaque échantillon</a:t>
            </a:r>
            <a:r>
              <a:rPr b="1" lang="en" sz="1100">
                <a:solidFill>
                  <a:schemeClr val="dk2"/>
                </a:solidFill>
              </a:rPr>
              <a:t> faites uniquement par les arbres qui ne l'ont pas vu durant leur entraînement.</a:t>
            </a:r>
            <a:endParaRPr b="1" sz="1100">
              <a:solidFill>
                <a:schemeClr val="dk2"/>
              </a:solidFill>
            </a:endParaRPr>
          </a:p>
          <a:p>
            <a:pPr indent="0" lvl="0" marL="457200" rtl="0" algn="l">
              <a:lnSpc>
                <a:spcPct val="100000"/>
              </a:lnSpc>
              <a:spcBef>
                <a:spcPts val="0"/>
              </a:spcBef>
              <a:spcAft>
                <a:spcPts val="0"/>
              </a:spcAft>
              <a:buSzPts val="1200"/>
              <a:buNone/>
            </a:pPr>
            <a:r>
              <a:t/>
            </a:r>
            <a:endParaRPr b="1" sz="1100"/>
          </a:p>
          <a:p>
            <a:pPr indent="-298450" lvl="0" marL="457200" rtl="0" algn="l">
              <a:lnSpc>
                <a:spcPct val="100000"/>
              </a:lnSpc>
              <a:spcBef>
                <a:spcPts val="0"/>
              </a:spcBef>
              <a:spcAft>
                <a:spcPts val="0"/>
              </a:spcAft>
              <a:buSzPts val="1100"/>
              <a:buChar char="●"/>
            </a:pPr>
            <a:r>
              <a:rPr b="1" lang="en" sz="1100"/>
              <a:t>Cette méthode d'évaluation est très efficace car elle </a:t>
            </a:r>
            <a:r>
              <a:rPr b="1" lang="en" sz="1100">
                <a:solidFill>
                  <a:schemeClr val="dk2"/>
                </a:solidFill>
              </a:rPr>
              <a:t>ne nécessite pas de set de validation séparé,</a:t>
            </a:r>
            <a:r>
              <a:rPr b="1" lang="en" sz="1100"/>
              <a:t> utilisant efficacement toutes les données disponibles à la fois pour l'entraînement et la validation.</a:t>
            </a:r>
            <a:endParaRPr b="1" sz="1100"/>
          </a:p>
          <a:p>
            <a:pPr indent="0" lvl="0" marL="457200" rtl="0" algn="l">
              <a:lnSpc>
                <a:spcPct val="100000"/>
              </a:lnSpc>
              <a:spcBef>
                <a:spcPts val="0"/>
              </a:spcBef>
              <a:spcAft>
                <a:spcPts val="0"/>
              </a:spcAft>
              <a:buSzPts val="1200"/>
              <a:buNone/>
            </a:pPr>
            <a:r>
              <a:t/>
            </a:r>
            <a:endParaRPr b="1" sz="1100"/>
          </a:p>
          <a:p>
            <a:pPr indent="-298450" lvl="0" marL="457200" rtl="0" algn="l">
              <a:lnSpc>
                <a:spcPct val="100000"/>
              </a:lnSpc>
              <a:spcBef>
                <a:spcPts val="0"/>
              </a:spcBef>
              <a:spcAft>
                <a:spcPts val="0"/>
              </a:spcAft>
              <a:buSzPts val="1100"/>
              <a:buChar char="●"/>
            </a:pPr>
            <a:r>
              <a:rPr b="1" lang="en" sz="1100"/>
              <a:t>L'erreur OOB est souvent comparable à l'erreur obtenue via la validation croisée, </a:t>
            </a:r>
            <a:r>
              <a:rPr b="1" lang="en" sz="1100">
                <a:solidFill>
                  <a:schemeClr val="dk2"/>
                </a:solidFill>
              </a:rPr>
              <a:t>mais est obtenue avec beaucoup moins d'efforts computationnels.</a:t>
            </a:r>
            <a:endParaRPr b="1" sz="1100">
              <a:solidFill>
                <a:schemeClr val="dk2"/>
              </a:solidFill>
            </a:endParaRPr>
          </a:p>
          <a:p>
            <a:pPr indent="0" lvl="0" marL="0" rtl="0" algn="l">
              <a:lnSpc>
                <a:spcPct val="100000"/>
              </a:lnSpc>
              <a:spcBef>
                <a:spcPts val="0"/>
              </a:spcBef>
              <a:spcAft>
                <a:spcPts val="0"/>
              </a:spcAft>
              <a:buSzPts val="1200"/>
              <a:buNone/>
            </a:pPr>
            <a:r>
              <a:t/>
            </a:r>
            <a:endParaRPr b="1" sz="1100">
              <a:solidFill>
                <a:schemeClr val="dk2"/>
              </a:solidFill>
            </a:endParaRPr>
          </a:p>
          <a:p>
            <a:pPr indent="0" lvl="0" marL="457200" rtl="0" algn="l">
              <a:lnSpc>
                <a:spcPct val="100000"/>
              </a:lnSpc>
              <a:spcBef>
                <a:spcPts val="0"/>
              </a:spcBef>
              <a:spcAft>
                <a:spcPts val="0"/>
              </a:spcAft>
              <a:buSzPts val="1200"/>
              <a:buNone/>
            </a:pPr>
            <a:r>
              <a:t/>
            </a:r>
            <a:endParaRPr b="1" sz="11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1" name="Shape 2451"/>
        <p:cNvGrpSpPr/>
        <p:nvPr/>
      </p:nvGrpSpPr>
      <p:grpSpPr>
        <a:xfrm>
          <a:off x="0" y="0"/>
          <a:ext cx="0" cy="0"/>
          <a:chOff x="0" y="0"/>
          <a:chExt cx="0" cy="0"/>
        </a:xfrm>
      </p:grpSpPr>
      <p:sp>
        <p:nvSpPr>
          <p:cNvPr id="2452" name="Google Shape;2452;g2c85b13102e_0_35"/>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Avantages et Inconvénients des Random Forest</a:t>
            </a:r>
            <a:endParaRPr sz="3000"/>
          </a:p>
        </p:txBody>
      </p:sp>
      <p:sp>
        <p:nvSpPr>
          <p:cNvPr id="2453" name="Google Shape;2453;g2c85b13102e_0_35"/>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100">
                <a:solidFill>
                  <a:schemeClr val="dk2"/>
                </a:solidFill>
              </a:rPr>
              <a:t>Avantages :</a:t>
            </a:r>
            <a:endParaRPr b="1" sz="1100">
              <a:solidFill>
                <a:schemeClr val="dk2"/>
              </a:solidFill>
            </a:endParaRPr>
          </a:p>
          <a:p>
            <a:pPr indent="-298450" lvl="0" marL="457200" rtl="0" algn="l">
              <a:lnSpc>
                <a:spcPct val="100000"/>
              </a:lnSpc>
              <a:spcBef>
                <a:spcPts val="0"/>
              </a:spcBef>
              <a:spcAft>
                <a:spcPts val="0"/>
              </a:spcAft>
              <a:buSzPts val="1100"/>
              <a:buChar char="●"/>
            </a:pPr>
            <a:r>
              <a:rPr b="1" lang="en" sz="1100">
                <a:solidFill>
                  <a:schemeClr val="dk2"/>
                </a:solidFill>
              </a:rPr>
              <a:t>Robustesse :</a:t>
            </a:r>
            <a:r>
              <a:rPr b="1" lang="en" sz="1100"/>
              <a:t> Performe bien avec des ensembles de données larges et complexes, et est moins sensible au surapprentissage.</a:t>
            </a:r>
            <a:endParaRPr b="1" sz="1100"/>
          </a:p>
          <a:p>
            <a:pPr indent="-298450" lvl="0" marL="457200" rtl="0" algn="l">
              <a:lnSpc>
                <a:spcPct val="100000"/>
              </a:lnSpc>
              <a:spcBef>
                <a:spcPts val="0"/>
              </a:spcBef>
              <a:spcAft>
                <a:spcPts val="0"/>
              </a:spcAft>
              <a:buSzPts val="1100"/>
              <a:buChar char="●"/>
            </a:pPr>
            <a:r>
              <a:rPr b="1" lang="en" sz="1100">
                <a:solidFill>
                  <a:schemeClr val="dk2"/>
                </a:solidFill>
              </a:rPr>
              <a:t>Polyvalence :</a:t>
            </a:r>
            <a:r>
              <a:rPr b="1" lang="en" sz="1100"/>
              <a:t> Peut être utilisé pour des tâches de classification et de régression, et gère bien les données manquantes.</a:t>
            </a:r>
            <a:endParaRPr b="1" sz="1100"/>
          </a:p>
          <a:p>
            <a:pPr indent="-298450" lvl="0" marL="457200" rtl="0" algn="l">
              <a:lnSpc>
                <a:spcPct val="100000"/>
              </a:lnSpc>
              <a:spcBef>
                <a:spcPts val="0"/>
              </a:spcBef>
              <a:spcAft>
                <a:spcPts val="0"/>
              </a:spcAft>
              <a:buSzPts val="1100"/>
              <a:buChar char="●"/>
            </a:pPr>
            <a:r>
              <a:rPr b="1" lang="en" sz="1100">
                <a:solidFill>
                  <a:schemeClr val="dk2"/>
                </a:solidFill>
              </a:rPr>
              <a:t>Importance des caractéristiques :</a:t>
            </a:r>
            <a:r>
              <a:rPr b="1" lang="en" sz="1100"/>
              <a:t> Fournit des estimations de l'importance de chaque caractéristique pour la prédiction, aidant à l'interprétation du modèle.</a:t>
            </a:r>
            <a:endParaRPr b="1" sz="1100"/>
          </a:p>
          <a:p>
            <a:pPr indent="0" lvl="0" marL="457200" rtl="0" algn="l">
              <a:lnSpc>
                <a:spcPct val="100000"/>
              </a:lnSpc>
              <a:spcBef>
                <a:spcPts val="0"/>
              </a:spcBef>
              <a:spcAft>
                <a:spcPts val="0"/>
              </a:spcAft>
              <a:buSzPts val="1200"/>
              <a:buNone/>
            </a:pPr>
            <a:r>
              <a:t/>
            </a:r>
            <a:endParaRPr b="1" sz="1100"/>
          </a:p>
          <a:p>
            <a:pPr indent="0" lvl="0" marL="457200" rtl="0" algn="l">
              <a:lnSpc>
                <a:spcPct val="100000"/>
              </a:lnSpc>
              <a:spcBef>
                <a:spcPts val="0"/>
              </a:spcBef>
              <a:spcAft>
                <a:spcPts val="0"/>
              </a:spcAft>
              <a:buSzPts val="1200"/>
              <a:buNone/>
            </a:pPr>
            <a:r>
              <a:t/>
            </a:r>
            <a:endParaRPr b="1" sz="1100"/>
          </a:p>
          <a:p>
            <a:pPr indent="0" lvl="0" marL="0" rtl="0" algn="l">
              <a:lnSpc>
                <a:spcPct val="100000"/>
              </a:lnSpc>
              <a:spcBef>
                <a:spcPts val="0"/>
              </a:spcBef>
              <a:spcAft>
                <a:spcPts val="0"/>
              </a:spcAft>
              <a:buSzPts val="1200"/>
              <a:buNone/>
            </a:pPr>
            <a:r>
              <a:rPr b="1" lang="en" sz="1100">
                <a:solidFill>
                  <a:schemeClr val="dk2"/>
                </a:solidFill>
              </a:rPr>
              <a:t>Inconvénients :</a:t>
            </a:r>
            <a:endParaRPr b="1" sz="1100">
              <a:solidFill>
                <a:schemeClr val="dk2"/>
              </a:solidFill>
            </a:endParaRPr>
          </a:p>
          <a:p>
            <a:pPr indent="-298450" lvl="0" marL="457200" rtl="0" algn="l">
              <a:lnSpc>
                <a:spcPct val="100000"/>
              </a:lnSpc>
              <a:spcBef>
                <a:spcPts val="0"/>
              </a:spcBef>
              <a:spcAft>
                <a:spcPts val="0"/>
              </a:spcAft>
              <a:buSzPts val="1100"/>
              <a:buChar char="●"/>
            </a:pPr>
            <a:r>
              <a:rPr b="1" lang="en" sz="1100">
                <a:solidFill>
                  <a:schemeClr val="dk2"/>
                </a:solidFill>
              </a:rPr>
              <a:t>Complexité et coût computationnel : </a:t>
            </a:r>
            <a:r>
              <a:rPr b="1" lang="en" sz="1100"/>
              <a:t>Peut être lent et coûteux en ressources, surtout avec un très grand nombre d'arbres ou de données.</a:t>
            </a:r>
            <a:endParaRPr b="1" sz="1100"/>
          </a:p>
          <a:p>
            <a:pPr indent="-298450" lvl="0" marL="457200" rtl="0" algn="l">
              <a:lnSpc>
                <a:spcPct val="100000"/>
              </a:lnSpc>
              <a:spcBef>
                <a:spcPts val="0"/>
              </a:spcBef>
              <a:spcAft>
                <a:spcPts val="0"/>
              </a:spcAft>
              <a:buSzPts val="1100"/>
              <a:buChar char="●"/>
            </a:pPr>
            <a:r>
              <a:rPr b="1" lang="en" sz="1100">
                <a:solidFill>
                  <a:schemeClr val="dk2"/>
                </a:solidFill>
              </a:rPr>
              <a:t>Moins interprétable :</a:t>
            </a:r>
            <a:r>
              <a:rPr b="1" lang="en" sz="1100"/>
              <a:t> La complexité de l'ensemble de nombreux arbres rend le modèle moins interprétable qu'un simple arbre de décision.</a:t>
            </a:r>
            <a:endParaRPr b="1" sz="1100"/>
          </a:p>
          <a:p>
            <a:pPr indent="-298450" lvl="0" marL="457200" rtl="0" algn="l">
              <a:lnSpc>
                <a:spcPct val="100000"/>
              </a:lnSpc>
              <a:spcBef>
                <a:spcPts val="0"/>
              </a:spcBef>
              <a:spcAft>
                <a:spcPts val="0"/>
              </a:spcAft>
              <a:buSzPts val="1100"/>
              <a:buChar char="●"/>
            </a:pPr>
            <a:r>
              <a:rPr b="1" lang="en" sz="1100">
                <a:solidFill>
                  <a:schemeClr val="dk2"/>
                </a:solidFill>
              </a:rPr>
              <a:t>Performance en temps réel :</a:t>
            </a:r>
            <a:r>
              <a:rPr b="1" lang="en" sz="1100"/>
              <a:t> Peut ne pas être idéal pour des applications nécessitant des prédictions en temps réel en raison de sa complexité de calcul.</a:t>
            </a:r>
            <a:endParaRPr b="1"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7" name="Shape 2457"/>
        <p:cNvGrpSpPr/>
        <p:nvPr/>
      </p:nvGrpSpPr>
      <p:grpSpPr>
        <a:xfrm>
          <a:off x="0" y="0"/>
          <a:ext cx="0" cy="0"/>
          <a:chOff x="0" y="0"/>
          <a:chExt cx="0" cy="0"/>
        </a:xfrm>
      </p:grpSpPr>
      <p:sp>
        <p:nvSpPr>
          <p:cNvPr id="2458" name="Google Shape;2458;p28"/>
          <p:cNvSpPr/>
          <p:nvPr/>
        </p:nvSpPr>
        <p:spPr>
          <a:xfrm>
            <a:off x="3809350" y="47752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59" name="Google Shape;2459;p28"/>
          <p:cNvSpPr txBox="1"/>
          <p:nvPr>
            <p:ph type="title"/>
          </p:nvPr>
        </p:nvSpPr>
        <p:spPr>
          <a:xfrm>
            <a:off x="1131350" y="2801300"/>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900"/>
              <a:t>Support Vector Machines</a:t>
            </a:r>
            <a:endParaRPr sz="5900"/>
          </a:p>
          <a:p>
            <a:pPr indent="0" lvl="0" marL="0" rtl="0" algn="ctr">
              <a:lnSpc>
                <a:spcPct val="100000"/>
              </a:lnSpc>
              <a:spcBef>
                <a:spcPts val="0"/>
              </a:spcBef>
              <a:spcAft>
                <a:spcPts val="0"/>
              </a:spcAft>
              <a:buSzPts val="3600"/>
              <a:buNone/>
            </a:pPr>
            <a:r>
              <a:rPr lang="en" sz="5900"/>
              <a:t>(SVM)</a:t>
            </a:r>
            <a:endParaRPr sz="5900"/>
          </a:p>
        </p:txBody>
      </p:sp>
      <p:sp>
        <p:nvSpPr>
          <p:cNvPr id="2460" name="Google Shape;2460;p28"/>
          <p:cNvSpPr txBox="1"/>
          <p:nvPr>
            <p:ph idx="2" type="title"/>
          </p:nvPr>
        </p:nvSpPr>
        <p:spPr>
          <a:xfrm>
            <a:off x="3975850" y="711825"/>
            <a:ext cx="12990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4" name="Shape 2464"/>
        <p:cNvGrpSpPr/>
        <p:nvPr/>
      </p:nvGrpSpPr>
      <p:grpSpPr>
        <a:xfrm>
          <a:off x="0" y="0"/>
          <a:ext cx="0" cy="0"/>
          <a:chOff x="0" y="0"/>
          <a:chExt cx="0" cy="0"/>
        </a:xfrm>
      </p:grpSpPr>
      <p:sp>
        <p:nvSpPr>
          <p:cNvPr id="2465" name="Google Shape;2465;p24"/>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Introduction au SVM</a:t>
            </a:r>
            <a:endParaRPr sz="3000"/>
          </a:p>
        </p:txBody>
      </p:sp>
      <p:sp>
        <p:nvSpPr>
          <p:cNvPr id="2466" name="Google Shape;2466;p24"/>
          <p:cNvSpPr txBox="1"/>
          <p:nvPr>
            <p:ph idx="1" type="body"/>
          </p:nvPr>
        </p:nvSpPr>
        <p:spPr>
          <a:xfrm>
            <a:off x="497800" y="1168625"/>
            <a:ext cx="7890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chemeClr val="dk2"/>
              </a:buClr>
              <a:buSzPts val="1100"/>
              <a:buChar char="●"/>
            </a:pPr>
            <a:r>
              <a:rPr b="1" lang="en" sz="1100">
                <a:solidFill>
                  <a:schemeClr val="dk2"/>
                </a:solidFill>
              </a:rPr>
              <a:t>Les machines à vecteurs de support (SVM)</a:t>
            </a:r>
            <a:r>
              <a:rPr b="1" lang="en" sz="1100"/>
              <a:t> sont des modèles d'apprentissage supervisé très puissants, utilisés pour la classification et la régression.</a:t>
            </a:r>
            <a:endParaRPr b="1" sz="1100"/>
          </a:p>
          <a:p>
            <a:pPr indent="-298450" lvl="0" marL="457200" rtl="0" algn="l">
              <a:lnSpc>
                <a:spcPct val="150000"/>
              </a:lnSpc>
              <a:spcBef>
                <a:spcPts val="0"/>
              </a:spcBef>
              <a:spcAft>
                <a:spcPts val="0"/>
              </a:spcAft>
              <a:buClr>
                <a:schemeClr val="dk2"/>
              </a:buClr>
              <a:buSzPts val="1100"/>
              <a:buChar char="●"/>
            </a:pPr>
            <a:r>
              <a:rPr b="1" lang="en" sz="1100">
                <a:solidFill>
                  <a:schemeClr val="dk2"/>
                </a:solidFill>
              </a:rPr>
              <a:t>Leur objectif est de trouver l'hyperplan</a:t>
            </a:r>
            <a:r>
              <a:rPr b="1" lang="en" sz="1100"/>
              <a:t> qui </a:t>
            </a:r>
            <a:r>
              <a:rPr b="1" lang="en" sz="1100">
                <a:solidFill>
                  <a:schemeClr val="lt2"/>
                </a:solidFill>
              </a:rPr>
              <a:t>sépare </a:t>
            </a:r>
            <a:r>
              <a:rPr b="1" lang="en" sz="1100"/>
              <a:t>de manière optimale </a:t>
            </a:r>
            <a:r>
              <a:rPr b="1" lang="en" sz="1100">
                <a:solidFill>
                  <a:schemeClr val="dk2"/>
                </a:solidFill>
              </a:rPr>
              <a:t>les différentes classes dans l'espace des caractéristiques.</a:t>
            </a:r>
            <a:endParaRPr b="1" sz="1100">
              <a:solidFill>
                <a:schemeClr val="dk2"/>
              </a:solidFill>
            </a:endParaRPr>
          </a:p>
          <a:p>
            <a:pPr indent="-298450" lvl="0" marL="457200" rtl="0" algn="l">
              <a:lnSpc>
                <a:spcPct val="150000"/>
              </a:lnSpc>
              <a:spcBef>
                <a:spcPts val="0"/>
              </a:spcBef>
              <a:spcAft>
                <a:spcPts val="0"/>
              </a:spcAft>
              <a:buClr>
                <a:schemeClr val="lt2"/>
              </a:buClr>
              <a:buSzPts val="1100"/>
              <a:buChar char="●"/>
            </a:pPr>
            <a:r>
              <a:rPr b="1" lang="en" sz="1100">
                <a:solidFill>
                  <a:schemeClr val="lt2"/>
                </a:solidFill>
              </a:rPr>
              <a:t>SVM est particulièrement efficace dans les espaces de grande dimension.</a:t>
            </a:r>
            <a:endParaRPr b="1" sz="1100">
              <a:solidFill>
                <a:schemeClr val="lt2"/>
              </a:solidFill>
            </a:endParaRPr>
          </a:p>
          <a:p>
            <a:pPr indent="0" lvl="0" marL="457200" rtl="0" algn="l">
              <a:lnSpc>
                <a:spcPct val="150000"/>
              </a:lnSpc>
              <a:spcBef>
                <a:spcPts val="0"/>
              </a:spcBef>
              <a:spcAft>
                <a:spcPts val="0"/>
              </a:spcAft>
              <a:buSzPts val="1200"/>
              <a:buNone/>
            </a:pPr>
            <a:r>
              <a:t/>
            </a:r>
            <a:endParaRPr sz="1100"/>
          </a:p>
        </p:txBody>
      </p:sp>
      <p:pic>
        <p:nvPicPr>
          <p:cNvPr id="2467" name="Google Shape;2467;p24"/>
          <p:cNvPicPr preferRelativeResize="0"/>
          <p:nvPr/>
        </p:nvPicPr>
        <p:blipFill rotWithShape="1">
          <a:blip r:embed="rId3">
            <a:alphaModFix/>
          </a:blip>
          <a:srcRect b="0" l="0" r="0" t="0"/>
          <a:stretch/>
        </p:blipFill>
        <p:spPr>
          <a:xfrm>
            <a:off x="2575499" y="2535050"/>
            <a:ext cx="3397851" cy="2481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1" name="Shape 2471"/>
        <p:cNvGrpSpPr/>
        <p:nvPr/>
      </p:nvGrpSpPr>
      <p:grpSpPr>
        <a:xfrm>
          <a:off x="0" y="0"/>
          <a:ext cx="0" cy="0"/>
          <a:chOff x="0" y="0"/>
          <a:chExt cx="0" cy="0"/>
        </a:xfrm>
      </p:grpSpPr>
      <p:sp>
        <p:nvSpPr>
          <p:cNvPr id="2472" name="Google Shape;2472;g2c663cccce7_0_75"/>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Fonctionnement du SVM</a:t>
            </a:r>
            <a:endParaRPr sz="3000"/>
          </a:p>
        </p:txBody>
      </p:sp>
      <p:sp>
        <p:nvSpPr>
          <p:cNvPr id="2473" name="Google Shape;2473;g2c663cccce7_0_75"/>
          <p:cNvSpPr txBox="1"/>
          <p:nvPr>
            <p:ph idx="1" type="body"/>
          </p:nvPr>
        </p:nvSpPr>
        <p:spPr>
          <a:xfrm>
            <a:off x="535175" y="1168625"/>
            <a:ext cx="7890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chemeClr val="lt2"/>
              </a:buClr>
              <a:buSzPts val="1100"/>
              <a:buChar char="●"/>
            </a:pPr>
            <a:r>
              <a:rPr b="1" lang="en" sz="1100">
                <a:solidFill>
                  <a:schemeClr val="dk2"/>
                </a:solidFill>
              </a:rPr>
              <a:t>L'hyperplan de séparation </a:t>
            </a:r>
            <a:r>
              <a:rPr b="1" lang="en" sz="1100"/>
              <a:t>est choisi de manière</a:t>
            </a:r>
            <a:r>
              <a:rPr b="1" lang="en" sz="1100">
                <a:solidFill>
                  <a:schemeClr val="dk2"/>
                </a:solidFill>
              </a:rPr>
              <a:t> </a:t>
            </a:r>
            <a:r>
              <a:rPr b="1" lang="en" sz="1100">
                <a:solidFill>
                  <a:schemeClr val="lt2"/>
                </a:solidFill>
              </a:rPr>
              <a:t>à maximiser la marge</a:t>
            </a:r>
            <a:r>
              <a:rPr b="1" lang="en" sz="1100">
                <a:solidFill>
                  <a:schemeClr val="dk2"/>
                </a:solidFill>
              </a:rPr>
              <a:t> </a:t>
            </a:r>
            <a:r>
              <a:rPr b="1" lang="en" sz="1100"/>
              <a:t>entre les points de données les plus proches de chaque classe,</a:t>
            </a:r>
            <a:r>
              <a:rPr b="1" lang="en" sz="1100">
                <a:solidFill>
                  <a:schemeClr val="dk2"/>
                </a:solidFill>
              </a:rPr>
              <a:t> appelés vecteurs de support.</a:t>
            </a:r>
            <a:endParaRPr b="1" sz="1100">
              <a:solidFill>
                <a:schemeClr val="dk2"/>
              </a:solidFill>
            </a:endParaRPr>
          </a:p>
          <a:p>
            <a:pPr indent="-298450" lvl="0" marL="457200" rtl="0" algn="l">
              <a:lnSpc>
                <a:spcPct val="150000"/>
              </a:lnSpc>
              <a:spcBef>
                <a:spcPts val="0"/>
              </a:spcBef>
              <a:spcAft>
                <a:spcPts val="0"/>
              </a:spcAft>
              <a:buClr>
                <a:schemeClr val="lt2"/>
              </a:buClr>
              <a:buSzPts val="1100"/>
              <a:buChar char="●"/>
            </a:pPr>
            <a:r>
              <a:rPr b="1" lang="en" sz="1100">
                <a:solidFill>
                  <a:schemeClr val="dk2"/>
                </a:solidFill>
              </a:rPr>
              <a:t>SVM utilise des techniques comme le noyau (kernel trick) pour transformer les espaces non linéairement séparables en espaces où la séparation linéaire est possible.</a:t>
            </a:r>
            <a:endParaRPr b="1" sz="1100">
              <a:solidFill>
                <a:schemeClr val="dk2"/>
              </a:solidFill>
            </a:endParaRPr>
          </a:p>
          <a:p>
            <a:pPr indent="-298450" lvl="0" marL="457200" rtl="0" algn="l">
              <a:lnSpc>
                <a:spcPct val="150000"/>
              </a:lnSpc>
              <a:spcBef>
                <a:spcPts val="0"/>
              </a:spcBef>
              <a:spcAft>
                <a:spcPts val="0"/>
              </a:spcAft>
              <a:buSzPts val="1100"/>
              <a:buChar char="●"/>
            </a:pPr>
            <a:r>
              <a:rPr b="1" lang="en" sz="1100"/>
              <a:t>La sélection du bon noyau (linéaire, polynomial, RBF, etc.) et des paramètres appropriés est cruciale pour la performance du modèle.</a:t>
            </a:r>
            <a:endParaRPr b="1" sz="1100"/>
          </a:p>
          <a:p>
            <a:pPr indent="0" lvl="0" marL="457200" rtl="0" algn="l">
              <a:lnSpc>
                <a:spcPct val="150000"/>
              </a:lnSpc>
              <a:spcBef>
                <a:spcPts val="0"/>
              </a:spcBef>
              <a:spcAft>
                <a:spcPts val="0"/>
              </a:spcAft>
              <a:buSzPts val="1200"/>
              <a:buNone/>
            </a:pPr>
            <a:r>
              <a:t/>
            </a:r>
            <a:endParaRPr b="1" sz="1100">
              <a:solidFill>
                <a:schemeClr val="dk2"/>
              </a:solidFill>
            </a:endParaRPr>
          </a:p>
        </p:txBody>
      </p:sp>
      <p:pic>
        <p:nvPicPr>
          <p:cNvPr id="2474" name="Google Shape;2474;g2c663cccce7_0_75"/>
          <p:cNvPicPr preferRelativeResize="0"/>
          <p:nvPr/>
        </p:nvPicPr>
        <p:blipFill rotWithShape="1">
          <a:blip r:embed="rId3">
            <a:alphaModFix/>
          </a:blip>
          <a:srcRect b="0" l="0" r="0" t="0"/>
          <a:stretch/>
        </p:blipFill>
        <p:spPr>
          <a:xfrm>
            <a:off x="944250" y="2782276"/>
            <a:ext cx="3193000" cy="2211176"/>
          </a:xfrm>
          <a:prstGeom prst="rect">
            <a:avLst/>
          </a:prstGeom>
          <a:noFill/>
          <a:ln>
            <a:noFill/>
          </a:ln>
        </p:spPr>
      </p:pic>
      <p:pic>
        <p:nvPicPr>
          <p:cNvPr id="2475" name="Google Shape;2475;g2c663cccce7_0_75"/>
          <p:cNvPicPr preferRelativeResize="0"/>
          <p:nvPr/>
        </p:nvPicPr>
        <p:blipFill rotWithShape="1">
          <a:blip r:embed="rId4">
            <a:alphaModFix/>
          </a:blip>
          <a:srcRect b="0" l="0" r="0" t="0"/>
          <a:stretch/>
        </p:blipFill>
        <p:spPr>
          <a:xfrm>
            <a:off x="4508050" y="2878300"/>
            <a:ext cx="4029575" cy="1920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9" name="Shape 2479"/>
        <p:cNvGrpSpPr/>
        <p:nvPr/>
      </p:nvGrpSpPr>
      <p:grpSpPr>
        <a:xfrm>
          <a:off x="0" y="0"/>
          <a:ext cx="0" cy="0"/>
          <a:chOff x="0" y="0"/>
          <a:chExt cx="0" cy="0"/>
        </a:xfrm>
      </p:grpSpPr>
      <p:sp>
        <p:nvSpPr>
          <p:cNvPr id="2480" name="Google Shape;2480;g2c663cccce7_0_96"/>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Comment choisir le bon noyau ?</a:t>
            </a:r>
            <a:endParaRPr sz="3000"/>
          </a:p>
        </p:txBody>
      </p:sp>
      <p:sp>
        <p:nvSpPr>
          <p:cNvPr id="2481" name="Google Shape;2481;g2c663cccce7_0_96"/>
          <p:cNvSpPr txBox="1"/>
          <p:nvPr>
            <p:ph idx="1" type="body"/>
          </p:nvPr>
        </p:nvSpPr>
        <p:spPr>
          <a:xfrm>
            <a:off x="580850" y="981725"/>
            <a:ext cx="78903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chemeClr val="dk2"/>
              </a:buClr>
              <a:buSzPts val="1100"/>
              <a:buChar char="●"/>
            </a:pPr>
            <a:r>
              <a:rPr b="1" lang="en" sz="1100">
                <a:solidFill>
                  <a:schemeClr val="dk2"/>
                </a:solidFill>
              </a:rPr>
              <a:t>Expérimentation et validation croisée :</a:t>
            </a:r>
            <a:endParaRPr b="1" sz="1100">
              <a:solidFill>
                <a:schemeClr val="dk2"/>
              </a:solidFill>
            </a:endParaRPr>
          </a:p>
          <a:p>
            <a:pPr indent="-298450" lvl="1" marL="1371600" rtl="0" algn="l">
              <a:lnSpc>
                <a:spcPct val="150000"/>
              </a:lnSpc>
              <a:spcBef>
                <a:spcPts val="0"/>
              </a:spcBef>
              <a:spcAft>
                <a:spcPts val="0"/>
              </a:spcAft>
              <a:buSzPts val="1100"/>
              <a:buChar char="○"/>
            </a:pPr>
            <a:r>
              <a:rPr b="1" lang="en" sz="1100"/>
              <a:t>Il n'y a pas de règle stricte pour choisir le noyau parfait sans expérimentation. L'utilisation de la validation croisée pour évaluer la performance de différents noyaux et paramètres sur tes données est essentielle. Choisis le noyau et les paramètres qui offrent la meilleure performance de validation.</a:t>
            </a:r>
            <a:endParaRPr b="1" sz="1100"/>
          </a:p>
        </p:txBody>
      </p:sp>
      <p:pic>
        <p:nvPicPr>
          <p:cNvPr id="2482" name="Google Shape;2482;g2c663cccce7_0_96"/>
          <p:cNvPicPr preferRelativeResize="0"/>
          <p:nvPr/>
        </p:nvPicPr>
        <p:blipFill rotWithShape="1">
          <a:blip r:embed="rId3">
            <a:alphaModFix/>
          </a:blip>
          <a:srcRect b="0" l="0" r="0" t="0"/>
          <a:stretch/>
        </p:blipFill>
        <p:spPr>
          <a:xfrm>
            <a:off x="2887400" y="2222025"/>
            <a:ext cx="3546400" cy="2659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6" name="Shape 2486"/>
        <p:cNvGrpSpPr/>
        <p:nvPr/>
      </p:nvGrpSpPr>
      <p:grpSpPr>
        <a:xfrm>
          <a:off x="0" y="0"/>
          <a:ext cx="0" cy="0"/>
          <a:chOff x="0" y="0"/>
          <a:chExt cx="0" cy="0"/>
        </a:xfrm>
      </p:grpSpPr>
      <p:sp>
        <p:nvSpPr>
          <p:cNvPr id="2487" name="Google Shape;2487;g2c663cccce7_0_107"/>
          <p:cNvSpPr txBox="1"/>
          <p:nvPr>
            <p:ph type="title"/>
          </p:nvPr>
        </p:nvSpPr>
        <p:spPr>
          <a:xfrm>
            <a:off x="944250" y="174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Avantages et Inconvénients du SVM</a:t>
            </a:r>
            <a:endParaRPr sz="3000"/>
          </a:p>
        </p:txBody>
      </p:sp>
      <p:sp>
        <p:nvSpPr>
          <p:cNvPr id="2488" name="Google Shape;2488;g2c663cccce7_0_107"/>
          <p:cNvSpPr txBox="1"/>
          <p:nvPr>
            <p:ph idx="1" type="body"/>
          </p:nvPr>
        </p:nvSpPr>
        <p:spPr>
          <a:xfrm>
            <a:off x="580850" y="1505050"/>
            <a:ext cx="7890300" cy="1829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Clr>
                <a:schemeClr val="dk2"/>
              </a:buClr>
              <a:buSzPts val="1100"/>
              <a:buChar char="●"/>
            </a:pPr>
            <a:r>
              <a:rPr b="1" lang="en" sz="1100">
                <a:solidFill>
                  <a:schemeClr val="dk2"/>
                </a:solidFill>
              </a:rPr>
              <a:t>Avantages : </a:t>
            </a:r>
            <a:r>
              <a:rPr b="1" lang="en" sz="1100"/>
              <a:t>Efficace dans des espaces de haute dimension, efficace lorsque le nombre de dimensions est plus grand que le nombre d'échantillons, polyvalent grâce à différents noyaux.</a:t>
            </a:r>
            <a:endParaRPr b="1" sz="1100"/>
          </a:p>
          <a:p>
            <a:pPr indent="-298450" lvl="0" marL="457200" rtl="0" algn="l">
              <a:lnSpc>
                <a:spcPct val="150000"/>
              </a:lnSpc>
              <a:spcBef>
                <a:spcPts val="0"/>
              </a:spcBef>
              <a:spcAft>
                <a:spcPts val="0"/>
              </a:spcAft>
              <a:buClr>
                <a:schemeClr val="dk2"/>
              </a:buClr>
              <a:buSzPts val="1100"/>
              <a:buChar char="●"/>
            </a:pPr>
            <a:r>
              <a:rPr b="1" lang="en" sz="1100">
                <a:solidFill>
                  <a:schemeClr val="dk2"/>
                </a:solidFill>
              </a:rPr>
              <a:t>Inconvénients :</a:t>
            </a:r>
            <a:r>
              <a:rPr b="1" lang="en" sz="1100"/>
              <a:t> Peut être coûteux en termes de calcul, surtout avec de grands ensembles de données, nécessite une sélection minutieuse des paramètres et un prétraitement des données.</a:t>
            </a:r>
            <a:endParaRPr b="1" sz="1100"/>
          </a:p>
          <a:p>
            <a:pPr indent="0" lvl="0" marL="457200" rtl="0" algn="l">
              <a:lnSpc>
                <a:spcPct val="150000"/>
              </a:lnSpc>
              <a:spcBef>
                <a:spcPts val="0"/>
              </a:spcBef>
              <a:spcAft>
                <a:spcPts val="0"/>
              </a:spcAft>
              <a:buSzPts val="1200"/>
              <a:buNone/>
            </a:pPr>
            <a:r>
              <a:t/>
            </a:r>
            <a:endParaRPr b="1"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2" name="Shape 2492"/>
        <p:cNvGrpSpPr/>
        <p:nvPr/>
      </p:nvGrpSpPr>
      <p:grpSpPr>
        <a:xfrm>
          <a:off x="0" y="0"/>
          <a:ext cx="0" cy="0"/>
          <a:chOff x="0" y="0"/>
          <a:chExt cx="0" cy="0"/>
        </a:xfrm>
      </p:grpSpPr>
      <p:sp>
        <p:nvSpPr>
          <p:cNvPr id="2493" name="Google Shape;2493;p23"/>
          <p:cNvSpPr/>
          <p:nvPr/>
        </p:nvSpPr>
        <p:spPr>
          <a:xfrm>
            <a:off x="3839250" y="95597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94" name="Google Shape;2494;p23"/>
          <p:cNvSpPr txBox="1"/>
          <p:nvPr>
            <p:ph type="title"/>
          </p:nvPr>
        </p:nvSpPr>
        <p:spPr>
          <a:xfrm>
            <a:off x="978475" y="2955700"/>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000"/>
              <a:t>K-Means</a:t>
            </a:r>
            <a:endParaRPr sz="5000"/>
          </a:p>
        </p:txBody>
      </p:sp>
      <p:sp>
        <p:nvSpPr>
          <p:cNvPr id="2495" name="Google Shape;2495;p23"/>
          <p:cNvSpPr txBox="1"/>
          <p:nvPr>
            <p:ph idx="2" type="title"/>
          </p:nvPr>
        </p:nvSpPr>
        <p:spPr>
          <a:xfrm>
            <a:off x="3912925" y="1190275"/>
            <a:ext cx="1287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9" name="Shape 2499"/>
        <p:cNvGrpSpPr/>
        <p:nvPr/>
      </p:nvGrpSpPr>
      <p:grpSpPr>
        <a:xfrm>
          <a:off x="0" y="0"/>
          <a:ext cx="0" cy="0"/>
          <a:chOff x="0" y="0"/>
          <a:chExt cx="0" cy="0"/>
        </a:xfrm>
      </p:grpSpPr>
      <p:sp>
        <p:nvSpPr>
          <p:cNvPr id="2500" name="Google Shape;2500;p29"/>
          <p:cNvSpPr txBox="1"/>
          <p:nvPr>
            <p:ph type="title"/>
          </p:nvPr>
        </p:nvSpPr>
        <p:spPr>
          <a:xfrm>
            <a:off x="944250" y="290875"/>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Introduction au K-means</a:t>
            </a:r>
            <a:endParaRPr sz="3000"/>
          </a:p>
        </p:txBody>
      </p:sp>
      <p:sp>
        <p:nvSpPr>
          <p:cNvPr id="2501" name="Google Shape;2501;p29"/>
          <p:cNvSpPr txBox="1"/>
          <p:nvPr>
            <p:ph idx="1" type="body"/>
          </p:nvPr>
        </p:nvSpPr>
        <p:spPr>
          <a:xfrm>
            <a:off x="497800" y="1412975"/>
            <a:ext cx="8039700" cy="32472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b="1" lang="en" sz="1200">
                <a:solidFill>
                  <a:schemeClr val="dk2"/>
                </a:solidFill>
              </a:rPr>
              <a:t>K-means est une méthode de clustering</a:t>
            </a:r>
            <a:r>
              <a:rPr b="1" lang="en" sz="1200"/>
              <a:t> </a:t>
            </a:r>
            <a:r>
              <a:rPr b="1" lang="en" sz="1200">
                <a:solidFill>
                  <a:schemeClr val="lt2"/>
                </a:solidFill>
              </a:rPr>
              <a:t>non supervisée</a:t>
            </a:r>
            <a:r>
              <a:rPr b="1" lang="en" sz="1200"/>
              <a:t>, utilisée pour regrouper les données en </a:t>
            </a:r>
            <a:r>
              <a:rPr b="1" lang="en" sz="1200">
                <a:solidFill>
                  <a:schemeClr val="dk2"/>
                </a:solidFill>
              </a:rPr>
              <a:t>K clusters distincts</a:t>
            </a:r>
            <a:r>
              <a:rPr b="1" lang="en" sz="1200"/>
              <a:t>.</a:t>
            </a:r>
            <a:endParaRPr b="1" sz="1200"/>
          </a:p>
          <a:p>
            <a:pPr indent="-304800" lvl="0" marL="457200" rtl="0" algn="l">
              <a:lnSpc>
                <a:spcPct val="150000"/>
              </a:lnSpc>
              <a:spcBef>
                <a:spcPts val="0"/>
              </a:spcBef>
              <a:spcAft>
                <a:spcPts val="0"/>
              </a:spcAft>
              <a:buSzPts val="1200"/>
              <a:buChar char="●"/>
            </a:pPr>
            <a:r>
              <a:rPr b="1" lang="en" sz="1200"/>
              <a:t>Il est particulièrement utile pour </a:t>
            </a:r>
            <a:r>
              <a:rPr b="1" lang="en" sz="1200">
                <a:solidFill>
                  <a:schemeClr val="dk2"/>
                </a:solidFill>
              </a:rPr>
              <a:t>identifier des groupes naturels</a:t>
            </a:r>
            <a:r>
              <a:rPr b="1" lang="en" sz="1200"/>
              <a:t> parmi</a:t>
            </a:r>
            <a:r>
              <a:rPr b="1" lang="en" sz="1200">
                <a:solidFill>
                  <a:schemeClr val="dk2"/>
                </a:solidFill>
              </a:rPr>
              <a:t> </a:t>
            </a:r>
            <a:r>
              <a:rPr b="1" lang="en" sz="1200">
                <a:solidFill>
                  <a:schemeClr val="lt2"/>
                </a:solidFill>
              </a:rPr>
              <a:t>les données sans étiquettes</a:t>
            </a:r>
            <a:r>
              <a:rPr b="1" lang="en" sz="1200"/>
              <a:t>.</a:t>
            </a:r>
            <a:endParaRPr b="1" sz="1200"/>
          </a:p>
          <a:p>
            <a:pPr indent="-304800" lvl="0" marL="457200" rtl="0" algn="l">
              <a:lnSpc>
                <a:spcPct val="150000"/>
              </a:lnSpc>
              <a:spcBef>
                <a:spcPts val="0"/>
              </a:spcBef>
              <a:spcAft>
                <a:spcPts val="0"/>
              </a:spcAft>
              <a:buClr>
                <a:schemeClr val="lt2"/>
              </a:buClr>
              <a:buSzPts val="1200"/>
              <a:buChar char="●"/>
            </a:pPr>
            <a:r>
              <a:rPr b="1" lang="en" sz="1200">
                <a:solidFill>
                  <a:schemeClr val="lt2"/>
                </a:solidFill>
              </a:rPr>
              <a:t>L'algorithme cherche à minimiser la variance au sein de chaque cluster.</a:t>
            </a:r>
            <a:endParaRPr b="1" sz="1200">
              <a:solidFill>
                <a:schemeClr val="lt2"/>
              </a:solidFill>
            </a:endParaRPr>
          </a:p>
          <a:p>
            <a:pPr indent="0" lvl="0" marL="0" rtl="0" algn="l">
              <a:lnSpc>
                <a:spcPct val="150000"/>
              </a:lnSpc>
              <a:spcBef>
                <a:spcPts val="0"/>
              </a:spcBef>
              <a:spcAft>
                <a:spcPts val="0"/>
              </a:spcAft>
              <a:buSzPts val="1200"/>
              <a:buNone/>
            </a:pPr>
            <a:r>
              <a:t/>
            </a:r>
            <a:endParaRPr sz="1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5" name="Shape 2505"/>
        <p:cNvGrpSpPr/>
        <p:nvPr/>
      </p:nvGrpSpPr>
      <p:grpSpPr>
        <a:xfrm>
          <a:off x="0" y="0"/>
          <a:ext cx="0" cy="0"/>
          <a:chOff x="0" y="0"/>
          <a:chExt cx="0" cy="0"/>
        </a:xfrm>
      </p:grpSpPr>
      <p:sp>
        <p:nvSpPr>
          <p:cNvPr id="2506" name="Google Shape;2506;g2c663cccce7_0_117"/>
          <p:cNvSpPr txBox="1"/>
          <p:nvPr>
            <p:ph type="title"/>
          </p:nvPr>
        </p:nvSpPr>
        <p:spPr>
          <a:xfrm>
            <a:off x="944250" y="290875"/>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Fonctionnement du K-means</a:t>
            </a:r>
            <a:endParaRPr sz="3000"/>
          </a:p>
        </p:txBody>
      </p:sp>
      <p:sp>
        <p:nvSpPr>
          <p:cNvPr id="2507" name="Google Shape;2507;g2c663cccce7_0_117"/>
          <p:cNvSpPr txBox="1"/>
          <p:nvPr>
            <p:ph idx="1" type="body"/>
          </p:nvPr>
        </p:nvSpPr>
        <p:spPr>
          <a:xfrm>
            <a:off x="497800" y="1091500"/>
            <a:ext cx="8039700" cy="3314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t>L'algorithme commence par </a:t>
            </a:r>
            <a:r>
              <a:rPr b="1" lang="en" sz="1100">
                <a:solidFill>
                  <a:schemeClr val="dk2"/>
                </a:solidFill>
              </a:rPr>
              <a:t>initialiser aléatoirement K points comme centres de clusters </a:t>
            </a:r>
            <a:r>
              <a:rPr b="1" lang="en" sz="1100"/>
              <a:t>(centroïdes).</a:t>
            </a:r>
            <a:endParaRPr b="1" sz="1100"/>
          </a:p>
          <a:p>
            <a:pPr indent="-298450" lvl="0" marL="457200" rtl="0" algn="l">
              <a:lnSpc>
                <a:spcPct val="150000"/>
              </a:lnSpc>
              <a:spcBef>
                <a:spcPts val="0"/>
              </a:spcBef>
              <a:spcAft>
                <a:spcPts val="0"/>
              </a:spcAft>
              <a:buSzPts val="1100"/>
              <a:buChar char="●"/>
            </a:pPr>
            <a:r>
              <a:rPr b="1" lang="en" sz="1100">
                <a:solidFill>
                  <a:schemeClr val="dk2"/>
                </a:solidFill>
              </a:rPr>
              <a:t>Chaque point de données</a:t>
            </a:r>
            <a:r>
              <a:rPr b="1" lang="en" sz="1100"/>
              <a:t> est ensuite </a:t>
            </a:r>
            <a:r>
              <a:rPr b="1" lang="en" sz="1100">
                <a:solidFill>
                  <a:schemeClr val="lt2"/>
                </a:solidFill>
              </a:rPr>
              <a:t>attribué au cluster dont le centroïde est le plus proche</a:t>
            </a:r>
            <a:r>
              <a:rPr b="1" lang="en" sz="1100"/>
              <a:t>.</a:t>
            </a:r>
            <a:endParaRPr b="1" sz="1100"/>
          </a:p>
          <a:p>
            <a:pPr indent="-298450" lvl="0" marL="457200" rtl="0" algn="l">
              <a:lnSpc>
                <a:spcPct val="150000"/>
              </a:lnSpc>
              <a:spcBef>
                <a:spcPts val="0"/>
              </a:spcBef>
              <a:spcAft>
                <a:spcPts val="0"/>
              </a:spcAft>
              <a:buSzPts val="1100"/>
              <a:buChar char="●"/>
            </a:pPr>
            <a:r>
              <a:rPr b="1" lang="en" sz="1100">
                <a:solidFill>
                  <a:schemeClr val="dk2"/>
                </a:solidFill>
              </a:rPr>
              <a:t>Les centroïdes sont recalculés </a:t>
            </a:r>
            <a:r>
              <a:rPr b="1" lang="en" sz="1100"/>
              <a:t>en tant que </a:t>
            </a:r>
            <a:r>
              <a:rPr b="1" lang="en" sz="1100">
                <a:solidFill>
                  <a:schemeClr val="lt2"/>
                </a:solidFill>
              </a:rPr>
              <a:t>moyenne de tous les points attribués à leur cluster.</a:t>
            </a:r>
            <a:endParaRPr b="1" sz="1100">
              <a:solidFill>
                <a:schemeClr val="lt2"/>
              </a:solidFill>
            </a:endParaRPr>
          </a:p>
          <a:p>
            <a:pPr indent="-298450" lvl="0" marL="457200" rtl="0" algn="l">
              <a:lnSpc>
                <a:spcPct val="150000"/>
              </a:lnSpc>
              <a:spcBef>
                <a:spcPts val="0"/>
              </a:spcBef>
              <a:spcAft>
                <a:spcPts val="0"/>
              </a:spcAft>
              <a:buSzPts val="1100"/>
              <a:buChar char="●"/>
            </a:pPr>
            <a:r>
              <a:rPr b="1" lang="en" sz="1100">
                <a:solidFill>
                  <a:schemeClr val="dk2"/>
                </a:solidFill>
              </a:rPr>
              <a:t>Ce processus est répété</a:t>
            </a:r>
            <a:r>
              <a:rPr b="1" lang="en" sz="1100"/>
              <a:t> jusqu'à ce que </a:t>
            </a:r>
            <a:r>
              <a:rPr b="1" lang="en" sz="1100">
                <a:solidFill>
                  <a:schemeClr val="lt2"/>
                </a:solidFill>
              </a:rPr>
              <a:t>la position des centroïdes ne change plus significativement</a:t>
            </a:r>
            <a:r>
              <a:rPr b="1" lang="en" sz="1100"/>
              <a:t>, indiquant la convergence de l'algorithme.</a:t>
            </a:r>
            <a:endParaRPr b="1" sz="1100">
              <a:solidFill>
                <a:schemeClr val="dk2"/>
              </a:solidFill>
            </a:endParaRPr>
          </a:p>
          <a:p>
            <a:pPr indent="0" lvl="0" marL="0" rtl="0" algn="l">
              <a:lnSpc>
                <a:spcPct val="150000"/>
              </a:lnSpc>
              <a:spcBef>
                <a:spcPts val="0"/>
              </a:spcBef>
              <a:spcAft>
                <a:spcPts val="0"/>
              </a:spcAft>
              <a:buSzPts val="1200"/>
              <a:buNone/>
            </a:pPr>
            <a:r>
              <a:t/>
            </a:r>
            <a:endParaRPr sz="1000"/>
          </a:p>
        </p:txBody>
      </p:sp>
      <p:pic>
        <p:nvPicPr>
          <p:cNvPr id="2508" name="Google Shape;2508;g2c663cccce7_0_117"/>
          <p:cNvPicPr preferRelativeResize="0"/>
          <p:nvPr/>
        </p:nvPicPr>
        <p:blipFill rotWithShape="1">
          <a:blip r:embed="rId3">
            <a:alphaModFix/>
          </a:blip>
          <a:srcRect b="0" l="0" r="0" t="0"/>
          <a:stretch/>
        </p:blipFill>
        <p:spPr>
          <a:xfrm>
            <a:off x="3124775" y="2569325"/>
            <a:ext cx="2302800" cy="2237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sp>
        <p:nvSpPr>
          <p:cNvPr id="2513" name="Google Shape;2513;g2c663cccce7_0_136"/>
          <p:cNvSpPr txBox="1"/>
          <p:nvPr>
            <p:ph type="title"/>
          </p:nvPr>
        </p:nvSpPr>
        <p:spPr>
          <a:xfrm>
            <a:off x="944250" y="290875"/>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Choix de K : méthode du coude</a:t>
            </a:r>
            <a:endParaRPr sz="3000"/>
          </a:p>
        </p:txBody>
      </p:sp>
      <p:sp>
        <p:nvSpPr>
          <p:cNvPr id="2514" name="Google Shape;2514;g2c663cccce7_0_136"/>
          <p:cNvSpPr txBox="1"/>
          <p:nvPr>
            <p:ph idx="1" type="body"/>
          </p:nvPr>
        </p:nvSpPr>
        <p:spPr>
          <a:xfrm>
            <a:off x="497800" y="1168625"/>
            <a:ext cx="8039700" cy="34914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solidFill>
                  <a:schemeClr val="dk2"/>
                </a:solidFill>
              </a:rPr>
              <a:t>La  méthode du coude  (Elbow method):</a:t>
            </a:r>
            <a:r>
              <a:rPr b="1" lang="en" sz="1100"/>
              <a:t> Une technique visuelle utilisée pour déterminer le nombre optimal de clusters.</a:t>
            </a:r>
            <a:endParaRPr b="1" sz="1100"/>
          </a:p>
          <a:p>
            <a:pPr indent="-298450" lvl="0" marL="457200" rtl="0" algn="l">
              <a:lnSpc>
                <a:spcPct val="150000"/>
              </a:lnSpc>
              <a:spcBef>
                <a:spcPts val="0"/>
              </a:spcBef>
              <a:spcAft>
                <a:spcPts val="0"/>
              </a:spcAft>
              <a:buSzPts val="1100"/>
              <a:buChar char="●"/>
            </a:pPr>
            <a:r>
              <a:rPr b="1" lang="en" sz="1100"/>
              <a:t>Elle implique de tracer </a:t>
            </a:r>
            <a:r>
              <a:rPr b="1" lang="en" sz="1100">
                <a:solidFill>
                  <a:schemeClr val="dk2"/>
                </a:solidFill>
              </a:rPr>
              <a:t>la somme des distances au carré des points à leur centroïde le plus proche</a:t>
            </a:r>
            <a:r>
              <a:rPr b="1" lang="en" sz="1100"/>
              <a:t>, </a:t>
            </a:r>
            <a:r>
              <a:rPr b="1" lang="en" sz="1100">
                <a:solidFill>
                  <a:schemeClr val="lt2"/>
                </a:solidFill>
              </a:rPr>
              <a:t>en fonction de plusieurs valeurs de K.</a:t>
            </a:r>
            <a:r>
              <a:rPr b="1" lang="en" sz="1100"/>
              <a:t> </a:t>
            </a:r>
            <a:endParaRPr b="1" sz="1100"/>
          </a:p>
          <a:p>
            <a:pPr indent="-298450" lvl="0" marL="457200" rtl="0" algn="l">
              <a:lnSpc>
                <a:spcPct val="150000"/>
              </a:lnSpc>
              <a:spcBef>
                <a:spcPts val="0"/>
              </a:spcBef>
              <a:spcAft>
                <a:spcPts val="0"/>
              </a:spcAft>
              <a:buSzPts val="1100"/>
              <a:buChar char="●"/>
            </a:pPr>
            <a:r>
              <a:rPr b="1" lang="en" sz="1100">
                <a:solidFill>
                  <a:schemeClr val="dk2"/>
                </a:solidFill>
              </a:rPr>
              <a:t>On calcule le SSE pour différentes valeurs de K.</a:t>
            </a:r>
            <a:endParaRPr b="1" sz="1100">
              <a:solidFill>
                <a:schemeClr val="dk2"/>
              </a:solidFill>
            </a:endParaRPr>
          </a:p>
          <a:p>
            <a:pPr indent="0" lvl="0" marL="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t/>
            </a:r>
            <a:endParaRPr b="1" sz="1100"/>
          </a:p>
        </p:txBody>
      </p:sp>
      <p:pic>
        <p:nvPicPr>
          <p:cNvPr id="2515" name="Google Shape;2515;g2c663cccce7_0_136"/>
          <p:cNvPicPr preferRelativeResize="0"/>
          <p:nvPr/>
        </p:nvPicPr>
        <p:blipFill rotWithShape="1">
          <a:blip r:embed="rId3">
            <a:alphaModFix/>
          </a:blip>
          <a:srcRect b="0" l="0" r="0" t="0"/>
          <a:stretch/>
        </p:blipFill>
        <p:spPr>
          <a:xfrm>
            <a:off x="2990924" y="2287649"/>
            <a:ext cx="3362850" cy="2472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9" name="Shape 2519"/>
        <p:cNvGrpSpPr/>
        <p:nvPr/>
      </p:nvGrpSpPr>
      <p:grpSpPr>
        <a:xfrm>
          <a:off x="0" y="0"/>
          <a:ext cx="0" cy="0"/>
          <a:chOff x="0" y="0"/>
          <a:chExt cx="0" cy="0"/>
        </a:xfrm>
      </p:grpSpPr>
      <p:sp>
        <p:nvSpPr>
          <p:cNvPr id="2520" name="Google Shape;2520;g2c663cccce7_0_124"/>
          <p:cNvSpPr txBox="1"/>
          <p:nvPr>
            <p:ph type="title"/>
          </p:nvPr>
        </p:nvSpPr>
        <p:spPr>
          <a:xfrm>
            <a:off x="944250" y="41795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Evaluation du modèle</a:t>
            </a:r>
            <a:endParaRPr sz="3000"/>
          </a:p>
          <a:p>
            <a:pPr indent="0" lvl="0" marL="0" rtl="0" algn="ctr">
              <a:lnSpc>
                <a:spcPct val="100000"/>
              </a:lnSpc>
              <a:spcBef>
                <a:spcPts val="0"/>
              </a:spcBef>
              <a:spcAft>
                <a:spcPts val="0"/>
              </a:spcAft>
              <a:buSzPts val="2400"/>
              <a:buNone/>
            </a:pPr>
            <a:r>
              <a:rPr lang="en" sz="3000"/>
              <a:t>La mesure de silhouette</a:t>
            </a:r>
            <a:endParaRPr sz="3000"/>
          </a:p>
        </p:txBody>
      </p:sp>
      <p:sp>
        <p:nvSpPr>
          <p:cNvPr id="2521" name="Google Shape;2521;g2c663cccce7_0_124"/>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solidFill>
                  <a:schemeClr val="dk2"/>
                </a:solidFill>
              </a:rPr>
              <a:t>La mesure de silhouette évalue la qualité du clustering. </a:t>
            </a:r>
            <a:r>
              <a:rPr b="1" lang="en" sz="1100"/>
              <a:t>Elle donne une idée de combien chaque point de données est bien placé dans son cluster.</a:t>
            </a:r>
            <a:r>
              <a:rPr b="1" lang="en" sz="1100">
                <a:solidFill>
                  <a:schemeClr val="lt2"/>
                </a:solidFill>
              </a:rPr>
              <a:t> </a:t>
            </a:r>
            <a:endParaRPr b="1" sz="1100">
              <a:solidFill>
                <a:schemeClr val="lt2"/>
              </a:solidFill>
            </a:endParaRPr>
          </a:p>
          <a:p>
            <a:pPr indent="-298450" lvl="0" marL="457200" rtl="0" algn="l">
              <a:lnSpc>
                <a:spcPct val="150000"/>
              </a:lnSpc>
              <a:spcBef>
                <a:spcPts val="0"/>
              </a:spcBef>
              <a:spcAft>
                <a:spcPts val="0"/>
              </a:spcAft>
              <a:buSzPts val="1100"/>
              <a:buChar char="●"/>
            </a:pPr>
            <a:r>
              <a:rPr b="1" lang="en" sz="1100">
                <a:solidFill>
                  <a:schemeClr val="lt2"/>
                </a:solidFill>
              </a:rPr>
              <a:t>La valeur de silhouette pour chaque point est un nombre compris entre -1 et 1.</a:t>
            </a:r>
            <a:endParaRPr b="1" sz="1100">
              <a:solidFill>
                <a:schemeClr val="lt2"/>
              </a:solidFill>
            </a:endParaRPr>
          </a:p>
          <a:p>
            <a:pPr indent="-298450" lvl="0" marL="457200" rtl="0" algn="l">
              <a:lnSpc>
                <a:spcPct val="150000"/>
              </a:lnSpc>
              <a:spcBef>
                <a:spcPts val="0"/>
              </a:spcBef>
              <a:spcAft>
                <a:spcPts val="0"/>
              </a:spcAft>
              <a:buSzPts val="1100"/>
              <a:buChar char="●"/>
            </a:pPr>
            <a:r>
              <a:rPr b="1" lang="en" sz="1100"/>
              <a:t>Pour un échantillon :</a:t>
            </a:r>
            <a:endParaRPr b="1" sz="1100"/>
          </a:p>
          <a:p>
            <a:pPr indent="-298450" lvl="1" marL="914400" rtl="0" algn="l">
              <a:lnSpc>
                <a:spcPct val="150000"/>
              </a:lnSpc>
              <a:spcBef>
                <a:spcPts val="0"/>
              </a:spcBef>
              <a:spcAft>
                <a:spcPts val="0"/>
              </a:spcAft>
              <a:buSzPts val="1100"/>
              <a:buChar char="○"/>
            </a:pPr>
            <a:r>
              <a:rPr b="1" lang="en" sz="1100"/>
              <a:t>Calculer a, la distance moyenne entre l'échantillon et tous les autres points dans le même cluster.</a:t>
            </a:r>
            <a:endParaRPr b="1" sz="1100"/>
          </a:p>
          <a:p>
            <a:pPr indent="-298450" lvl="1" marL="914400" rtl="0" algn="l">
              <a:lnSpc>
                <a:spcPct val="150000"/>
              </a:lnSpc>
              <a:spcBef>
                <a:spcPts val="0"/>
              </a:spcBef>
              <a:spcAft>
                <a:spcPts val="0"/>
              </a:spcAft>
              <a:buSzPts val="1100"/>
              <a:buChar char="○"/>
            </a:pPr>
            <a:r>
              <a:rPr b="1" lang="en" sz="1100"/>
              <a:t>Calculer b, la distance moyenne entre l'échantillon et tous les points du cluster le plus proche (autre que le cluster de l'échantillon).</a:t>
            </a:r>
            <a:endParaRPr b="1" sz="1100"/>
          </a:p>
          <a:p>
            <a:pPr indent="-298450" lvl="1" marL="914400" rtl="0" algn="l">
              <a:lnSpc>
                <a:spcPct val="150000"/>
              </a:lnSpc>
              <a:spcBef>
                <a:spcPts val="0"/>
              </a:spcBef>
              <a:spcAft>
                <a:spcPts val="0"/>
              </a:spcAft>
              <a:buSzPts val="1100"/>
              <a:buChar char="○"/>
            </a:pPr>
            <a:r>
              <a:rPr b="1" lang="en" sz="1100"/>
              <a:t>La silhouette s pour cet échantillon est calculée comme suit : </a:t>
            </a:r>
            <a:r>
              <a:rPr b="1" lang="en" sz="1100">
                <a:solidFill>
                  <a:schemeClr val="dk2"/>
                </a:solidFill>
              </a:rPr>
              <a:t>s = (b-a)/max(a,b)</a:t>
            </a:r>
            <a:endParaRPr b="1" sz="1100">
              <a:solidFill>
                <a:schemeClr val="dk2"/>
              </a:solidFill>
            </a:endParaRPr>
          </a:p>
          <a:p>
            <a:pPr indent="0" lvl="0" marL="914400" rtl="0" algn="l">
              <a:lnSpc>
                <a:spcPct val="150000"/>
              </a:lnSpc>
              <a:spcBef>
                <a:spcPts val="0"/>
              </a:spcBef>
              <a:spcAft>
                <a:spcPts val="0"/>
              </a:spcAft>
              <a:buSzPts val="1200"/>
              <a:buNone/>
            </a:pPr>
            <a:r>
              <a:t/>
            </a:r>
            <a:endParaRPr b="1" sz="1100"/>
          </a:p>
          <a:p>
            <a:pPr indent="0" lvl="0" marL="9144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sz="1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5" name="Shape 2525"/>
        <p:cNvGrpSpPr/>
        <p:nvPr/>
      </p:nvGrpSpPr>
      <p:grpSpPr>
        <a:xfrm>
          <a:off x="0" y="0"/>
          <a:ext cx="0" cy="0"/>
          <a:chOff x="0" y="0"/>
          <a:chExt cx="0" cy="0"/>
        </a:xfrm>
      </p:grpSpPr>
      <p:sp>
        <p:nvSpPr>
          <p:cNvPr id="2526" name="Google Shape;2526;g2c663cccce7_0_152"/>
          <p:cNvSpPr txBox="1"/>
          <p:nvPr>
            <p:ph type="title"/>
          </p:nvPr>
        </p:nvSpPr>
        <p:spPr>
          <a:xfrm>
            <a:off x="944250" y="500200"/>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Avantages et Inconvénients du K-means</a:t>
            </a:r>
            <a:endParaRPr sz="3000"/>
          </a:p>
        </p:txBody>
      </p:sp>
      <p:sp>
        <p:nvSpPr>
          <p:cNvPr id="2527" name="Google Shape;2527;g2c663cccce7_0_152"/>
          <p:cNvSpPr txBox="1"/>
          <p:nvPr>
            <p:ph idx="1" type="body"/>
          </p:nvPr>
        </p:nvSpPr>
        <p:spPr>
          <a:xfrm>
            <a:off x="497800" y="1460200"/>
            <a:ext cx="8039700" cy="28311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0"/>
              </a:spcBef>
              <a:spcAft>
                <a:spcPts val="0"/>
              </a:spcAft>
              <a:buSzPts val="1100"/>
              <a:buChar char="●"/>
            </a:pPr>
            <a:r>
              <a:rPr b="1" lang="en" sz="1100">
                <a:solidFill>
                  <a:schemeClr val="dk2"/>
                </a:solidFill>
              </a:rPr>
              <a:t>Avantages :</a:t>
            </a:r>
            <a:r>
              <a:rPr b="1" lang="en" sz="1100"/>
              <a:t> Simple à comprendre et à mettre en œuvre, efficace en termes de calcul.</a:t>
            </a:r>
            <a:endParaRPr b="1" sz="1100"/>
          </a:p>
          <a:p>
            <a:pPr indent="-298450" lvl="0" marL="457200" rtl="0" algn="l">
              <a:lnSpc>
                <a:spcPct val="150000"/>
              </a:lnSpc>
              <a:spcBef>
                <a:spcPts val="0"/>
              </a:spcBef>
              <a:spcAft>
                <a:spcPts val="0"/>
              </a:spcAft>
              <a:buSzPts val="1100"/>
              <a:buChar char="●"/>
            </a:pPr>
            <a:r>
              <a:rPr b="1" lang="en" sz="1100">
                <a:solidFill>
                  <a:schemeClr val="dk2"/>
                </a:solidFill>
              </a:rPr>
              <a:t>Inconvénients :</a:t>
            </a:r>
            <a:endParaRPr b="1" sz="1100">
              <a:solidFill>
                <a:schemeClr val="dk2"/>
              </a:solidFill>
            </a:endParaRPr>
          </a:p>
          <a:p>
            <a:pPr indent="-298450" lvl="1" marL="914400" rtl="0" algn="l">
              <a:lnSpc>
                <a:spcPct val="150000"/>
              </a:lnSpc>
              <a:spcBef>
                <a:spcPts val="0"/>
              </a:spcBef>
              <a:spcAft>
                <a:spcPts val="0"/>
              </a:spcAft>
              <a:buSzPts val="1100"/>
              <a:buChar char="○"/>
            </a:pPr>
            <a:r>
              <a:rPr b="1" lang="en" sz="1100">
                <a:solidFill>
                  <a:schemeClr val="dk2"/>
                </a:solidFill>
              </a:rPr>
              <a:t> </a:t>
            </a:r>
            <a:r>
              <a:rPr b="1" lang="en" sz="1100"/>
              <a:t>Sensible au choix des valeurs initiales, peut converger vers des optima locaux, et suppose que les clusters sont sphériques et de taille relativement égale.</a:t>
            </a:r>
            <a:endParaRPr b="1" sz="1100"/>
          </a:p>
          <a:p>
            <a:pPr indent="-298450" lvl="1" marL="914400" rtl="0" algn="l">
              <a:lnSpc>
                <a:spcPct val="150000"/>
              </a:lnSpc>
              <a:spcBef>
                <a:spcPts val="0"/>
              </a:spcBef>
              <a:spcAft>
                <a:spcPts val="0"/>
              </a:spcAft>
              <a:buSzPts val="1100"/>
              <a:buChar char="○"/>
            </a:pPr>
            <a:r>
              <a:rPr b="1" lang="en" sz="1100"/>
              <a:t>Sensibilité aux données aberrantes : Les points aberrants peuvent fortement influencer la position des centroïdes, biaisant ainsi les résultats du clustering.</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sz="1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1" name="Shape 2531"/>
        <p:cNvGrpSpPr/>
        <p:nvPr/>
      </p:nvGrpSpPr>
      <p:grpSpPr>
        <a:xfrm>
          <a:off x="0" y="0"/>
          <a:ext cx="0" cy="0"/>
          <a:chOff x="0" y="0"/>
          <a:chExt cx="0" cy="0"/>
        </a:xfrm>
      </p:grpSpPr>
      <p:sp>
        <p:nvSpPr>
          <p:cNvPr id="2532" name="Google Shape;2532;g2d0721f6dcf_0_0"/>
          <p:cNvSpPr/>
          <p:nvPr/>
        </p:nvSpPr>
        <p:spPr>
          <a:xfrm>
            <a:off x="3839250" y="95597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33" name="Google Shape;2533;g2d0721f6dcf_0_0"/>
          <p:cNvSpPr txBox="1"/>
          <p:nvPr>
            <p:ph type="title"/>
          </p:nvPr>
        </p:nvSpPr>
        <p:spPr>
          <a:xfrm>
            <a:off x="978475" y="2955700"/>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000"/>
              <a:t>Régression logistique</a:t>
            </a:r>
            <a:endParaRPr sz="5000"/>
          </a:p>
        </p:txBody>
      </p:sp>
      <p:sp>
        <p:nvSpPr>
          <p:cNvPr id="2534" name="Google Shape;2534;g2d0721f6dcf_0_0"/>
          <p:cNvSpPr txBox="1"/>
          <p:nvPr>
            <p:ph idx="2" type="title"/>
          </p:nvPr>
        </p:nvSpPr>
        <p:spPr>
          <a:xfrm>
            <a:off x="3912925" y="1190275"/>
            <a:ext cx="1287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8" name="Shape 2538"/>
        <p:cNvGrpSpPr/>
        <p:nvPr/>
      </p:nvGrpSpPr>
      <p:grpSpPr>
        <a:xfrm>
          <a:off x="0" y="0"/>
          <a:ext cx="0" cy="0"/>
          <a:chOff x="0" y="0"/>
          <a:chExt cx="0" cy="0"/>
        </a:xfrm>
      </p:grpSpPr>
      <p:sp>
        <p:nvSpPr>
          <p:cNvPr id="2539" name="Google Shape;2539;g2d0721f6dcf_0_6"/>
          <p:cNvSpPr txBox="1"/>
          <p:nvPr>
            <p:ph type="title"/>
          </p:nvPr>
        </p:nvSpPr>
        <p:spPr>
          <a:xfrm>
            <a:off x="889900" y="148825"/>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Rappel régression linéaire</a:t>
            </a:r>
            <a:endParaRPr sz="3000"/>
          </a:p>
        </p:txBody>
      </p:sp>
      <p:sp>
        <p:nvSpPr>
          <p:cNvPr id="2540" name="Google Shape;2540;g2d0721f6dcf_0_6"/>
          <p:cNvSpPr txBox="1"/>
          <p:nvPr>
            <p:ph idx="1" type="body"/>
          </p:nvPr>
        </p:nvSpPr>
        <p:spPr>
          <a:xfrm>
            <a:off x="497800" y="525675"/>
            <a:ext cx="8039700" cy="28311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SzPts val="1200"/>
              <a:buNone/>
            </a:pPr>
            <a:r>
              <a:t/>
            </a:r>
            <a:endParaRPr b="1" sz="1100"/>
          </a:p>
          <a:p>
            <a:pPr indent="-298450" lvl="0" marL="457200" rtl="0" algn="l">
              <a:lnSpc>
                <a:spcPct val="150000"/>
              </a:lnSpc>
              <a:spcBef>
                <a:spcPts val="0"/>
              </a:spcBef>
              <a:spcAft>
                <a:spcPts val="0"/>
              </a:spcAft>
              <a:buSzPts val="1100"/>
              <a:buChar char="●"/>
            </a:pPr>
            <a:r>
              <a:rPr b="1" lang="en" sz="1100">
                <a:solidFill>
                  <a:schemeClr val="dk2"/>
                </a:solidFill>
              </a:rPr>
              <a:t>Définition :</a:t>
            </a:r>
            <a:r>
              <a:rPr b="1" lang="en" sz="1100"/>
              <a:t> La régression linéaire est une méthode statistique qui permet de modéliser la relation entre une variable dépendante  </a:t>
            </a:r>
            <a:r>
              <a:rPr b="1" lang="en" sz="1100">
                <a:solidFill>
                  <a:schemeClr val="dk2"/>
                </a:solidFill>
              </a:rPr>
              <a:t>Y</a:t>
            </a:r>
            <a:r>
              <a:rPr b="1" lang="en" sz="1100"/>
              <a:t> et une ou plusieurs variables indépendantes </a:t>
            </a:r>
            <a:r>
              <a:rPr b="1" lang="en" sz="1100">
                <a:solidFill>
                  <a:schemeClr val="dk2"/>
                </a:solidFill>
              </a:rPr>
              <a:t>X_i</a:t>
            </a:r>
            <a:r>
              <a:rPr b="1" lang="en" sz="1100"/>
              <a:t> .</a:t>
            </a:r>
            <a:endParaRPr b="1" sz="1100"/>
          </a:p>
          <a:p>
            <a:pPr indent="-298450" lvl="0" marL="457200" rtl="0" algn="l">
              <a:lnSpc>
                <a:spcPct val="150000"/>
              </a:lnSpc>
              <a:spcBef>
                <a:spcPts val="0"/>
              </a:spcBef>
              <a:spcAft>
                <a:spcPts val="0"/>
              </a:spcAft>
              <a:buSzPts val="1100"/>
              <a:buChar char="●"/>
            </a:pPr>
            <a:r>
              <a:rPr b="1" lang="en" sz="1100">
                <a:solidFill>
                  <a:schemeClr val="dk2"/>
                </a:solidFill>
              </a:rPr>
              <a:t>Objectif : </a:t>
            </a:r>
            <a:r>
              <a:rPr b="1" lang="en" sz="1100"/>
              <a:t>Estimer les paramètres du modèle (les coefficients) pour prédire la variable dépendante à partir des variables indépendantes.</a:t>
            </a:r>
            <a:endParaRPr b="1" sz="1100"/>
          </a:p>
          <a:p>
            <a:pPr indent="-298450" lvl="0" marL="457200" rtl="0" algn="l">
              <a:lnSpc>
                <a:spcPct val="150000"/>
              </a:lnSpc>
              <a:spcBef>
                <a:spcPts val="0"/>
              </a:spcBef>
              <a:spcAft>
                <a:spcPts val="0"/>
              </a:spcAft>
              <a:buClr>
                <a:schemeClr val="dk2"/>
              </a:buClr>
              <a:buSzPts val="1100"/>
              <a:buChar char="●"/>
            </a:pPr>
            <a:r>
              <a:rPr b="1" lang="en" sz="1100">
                <a:solidFill>
                  <a:schemeClr val="dk2"/>
                </a:solidFill>
              </a:rPr>
              <a:t>Formule du modèle :</a:t>
            </a:r>
            <a:endParaRPr b="1" sz="1100">
              <a:solidFill>
                <a:schemeClr val="dk2"/>
              </a:solidFill>
            </a:endParaRPr>
          </a:p>
          <a:p>
            <a:pPr indent="0" lvl="0" marL="0" rtl="0" algn="l">
              <a:lnSpc>
                <a:spcPct val="150000"/>
              </a:lnSpc>
              <a:spcBef>
                <a:spcPts val="0"/>
              </a:spcBef>
              <a:spcAft>
                <a:spcPts val="0"/>
              </a:spcAft>
              <a:buSzPts val="1200"/>
              <a:buNone/>
            </a:pPr>
            <a:r>
              <a:t/>
            </a:r>
            <a:endParaRPr b="1" sz="1100"/>
          </a:p>
          <a:p>
            <a:pPr indent="0" lvl="0" marL="457200" rtl="0" algn="l">
              <a:lnSpc>
                <a:spcPct val="150000"/>
              </a:lnSpc>
              <a:spcBef>
                <a:spcPts val="0"/>
              </a:spcBef>
              <a:spcAft>
                <a:spcPts val="0"/>
              </a:spcAft>
              <a:buSzPts val="1200"/>
              <a:buNone/>
            </a:pPr>
            <a:r>
              <a:rPr b="1" lang="en" sz="1100"/>
              <a:t>  où  les        sont les coefficients des variables et        est le terme d'erreur.</a:t>
            </a:r>
            <a:endParaRPr b="1" sz="1100"/>
          </a:p>
          <a:p>
            <a:pPr indent="0" lvl="0" marL="45720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b="1" sz="1100"/>
          </a:p>
          <a:p>
            <a:pPr indent="0" lvl="0" marL="0" rtl="0" algn="l">
              <a:lnSpc>
                <a:spcPct val="150000"/>
              </a:lnSpc>
              <a:spcBef>
                <a:spcPts val="0"/>
              </a:spcBef>
              <a:spcAft>
                <a:spcPts val="0"/>
              </a:spcAft>
              <a:buSzPts val="1200"/>
              <a:buNone/>
            </a:pPr>
            <a:r>
              <a:t/>
            </a:r>
            <a:endParaRPr sz="1000"/>
          </a:p>
        </p:txBody>
      </p:sp>
      <p:pic>
        <p:nvPicPr>
          <p:cNvPr id="2541" name="Google Shape;2541;g2d0721f6dcf_0_6"/>
          <p:cNvPicPr preferRelativeResize="0"/>
          <p:nvPr/>
        </p:nvPicPr>
        <p:blipFill rotWithShape="1">
          <a:blip r:embed="rId3">
            <a:alphaModFix/>
          </a:blip>
          <a:srcRect b="0" l="0" r="0" t="0"/>
          <a:stretch/>
        </p:blipFill>
        <p:spPr>
          <a:xfrm>
            <a:off x="2455025" y="2133575"/>
            <a:ext cx="2943225" cy="161925"/>
          </a:xfrm>
          <a:prstGeom prst="rect">
            <a:avLst/>
          </a:prstGeom>
          <a:noFill/>
          <a:ln>
            <a:noFill/>
          </a:ln>
        </p:spPr>
      </p:pic>
      <p:pic>
        <p:nvPicPr>
          <p:cNvPr id="2542" name="Google Shape;2542;g2d0721f6dcf_0_6"/>
          <p:cNvPicPr preferRelativeResize="0"/>
          <p:nvPr/>
        </p:nvPicPr>
        <p:blipFill rotWithShape="1">
          <a:blip r:embed="rId4">
            <a:alphaModFix/>
          </a:blip>
          <a:srcRect b="0" l="0" r="0" t="0"/>
          <a:stretch/>
        </p:blipFill>
        <p:spPr>
          <a:xfrm>
            <a:off x="1529200" y="2370913"/>
            <a:ext cx="133350" cy="161925"/>
          </a:xfrm>
          <a:prstGeom prst="rect">
            <a:avLst/>
          </a:prstGeom>
          <a:noFill/>
          <a:ln>
            <a:noFill/>
          </a:ln>
        </p:spPr>
      </p:pic>
      <p:pic>
        <p:nvPicPr>
          <p:cNvPr id="2543" name="Google Shape;2543;g2d0721f6dcf_0_6"/>
          <p:cNvPicPr preferRelativeResize="0"/>
          <p:nvPr/>
        </p:nvPicPr>
        <p:blipFill rotWithShape="1">
          <a:blip r:embed="rId5">
            <a:alphaModFix/>
          </a:blip>
          <a:srcRect b="0" l="0" r="0" t="0"/>
          <a:stretch/>
        </p:blipFill>
        <p:spPr>
          <a:xfrm>
            <a:off x="3980125" y="2385200"/>
            <a:ext cx="104775" cy="133350"/>
          </a:xfrm>
          <a:prstGeom prst="rect">
            <a:avLst/>
          </a:prstGeom>
          <a:noFill/>
          <a:ln>
            <a:noFill/>
          </a:ln>
        </p:spPr>
      </p:pic>
      <p:pic>
        <p:nvPicPr>
          <p:cNvPr id="2544" name="Google Shape;2544;g2d0721f6dcf_0_6"/>
          <p:cNvPicPr preferRelativeResize="0"/>
          <p:nvPr/>
        </p:nvPicPr>
        <p:blipFill rotWithShape="1">
          <a:blip r:embed="rId6">
            <a:alphaModFix/>
          </a:blip>
          <a:srcRect b="0" l="0" r="0" t="0"/>
          <a:stretch/>
        </p:blipFill>
        <p:spPr>
          <a:xfrm>
            <a:off x="2409025" y="2646500"/>
            <a:ext cx="4344401" cy="2399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8" name="Shape 2548"/>
        <p:cNvGrpSpPr/>
        <p:nvPr/>
      </p:nvGrpSpPr>
      <p:grpSpPr>
        <a:xfrm>
          <a:off x="0" y="0"/>
          <a:ext cx="0" cy="0"/>
          <a:chOff x="0" y="0"/>
          <a:chExt cx="0" cy="0"/>
        </a:xfrm>
      </p:grpSpPr>
      <p:sp>
        <p:nvSpPr>
          <p:cNvPr id="2549" name="Google Shape;2549;g2d0721f6dcf_0_28"/>
          <p:cNvSpPr txBox="1"/>
          <p:nvPr>
            <p:ph type="title"/>
          </p:nvPr>
        </p:nvSpPr>
        <p:spPr>
          <a:xfrm>
            <a:off x="889900" y="148825"/>
            <a:ext cx="72555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3000"/>
              <a:t>Comprendre les cotes (Odds) </a:t>
            </a:r>
            <a:endParaRPr sz="3000"/>
          </a:p>
        </p:txBody>
      </p:sp>
      <p:sp>
        <p:nvSpPr>
          <p:cNvPr id="2550" name="Google Shape;2550;g2d0721f6dcf_0_28"/>
          <p:cNvSpPr txBox="1"/>
          <p:nvPr>
            <p:ph idx="1" type="body"/>
          </p:nvPr>
        </p:nvSpPr>
        <p:spPr>
          <a:xfrm>
            <a:off x="415575" y="84715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t/>
            </a:r>
            <a:endParaRPr sz="1000">
              <a:solidFill>
                <a:schemeClr val="dk2"/>
              </a:solidFill>
            </a:endParaRPr>
          </a:p>
          <a:p>
            <a:pPr indent="0" lvl="0" marL="0" rtl="0" algn="l">
              <a:lnSpc>
                <a:spcPct val="150000"/>
              </a:lnSpc>
              <a:spcBef>
                <a:spcPts val="0"/>
              </a:spcBef>
              <a:spcAft>
                <a:spcPts val="0"/>
              </a:spcAft>
              <a:buSzPts val="1200"/>
              <a:buNone/>
            </a:pPr>
            <a:r>
              <a:rPr b="1" lang="en" sz="1000">
                <a:solidFill>
                  <a:schemeClr val="dk2"/>
                </a:solidFill>
              </a:rPr>
              <a:t>Cote (Odds) :</a:t>
            </a:r>
            <a:r>
              <a:rPr lang="en" sz="1000"/>
              <a:t>Une mesure du rapport entre la probabilité qu'un événement se produise et la probabilité qu'il ne se produise pas.</a:t>
            </a:r>
            <a:endParaRPr sz="1000"/>
          </a:p>
          <a:p>
            <a:pPr indent="0" lvl="0" marL="0" rtl="0" algn="l">
              <a:lnSpc>
                <a:spcPct val="150000"/>
              </a:lnSpc>
              <a:spcBef>
                <a:spcPts val="0"/>
              </a:spcBef>
              <a:spcAft>
                <a:spcPts val="0"/>
              </a:spcAft>
              <a:buSzPts val="1200"/>
              <a:buNone/>
            </a:pPr>
            <a:r>
              <a:rPr b="1" lang="en" sz="1000">
                <a:solidFill>
                  <a:schemeClr val="dk2"/>
                </a:solidFill>
              </a:rPr>
              <a:t>Formule :</a:t>
            </a:r>
            <a:endParaRPr b="1" sz="1000">
              <a:solidFill>
                <a:schemeClr val="dk2"/>
              </a:solidFill>
            </a:endParaRPr>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rPr lang="en" sz="1000"/>
              <a:t>  où </a:t>
            </a:r>
            <a:r>
              <a:rPr b="1" lang="en" sz="1000"/>
              <a:t>p</a:t>
            </a:r>
            <a:r>
              <a:rPr lang="en" sz="1000"/>
              <a:t>  est la probabilité de l'événement d'intérêt.</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rPr b="1" lang="en" sz="1000">
                <a:solidFill>
                  <a:schemeClr val="dk2"/>
                </a:solidFill>
              </a:rPr>
              <a:t>Importance des Cotes</a:t>
            </a:r>
            <a:endParaRPr b="1" sz="1000">
              <a:solidFill>
                <a:schemeClr val="dk2"/>
              </a:solidFill>
            </a:endParaRPr>
          </a:p>
          <a:p>
            <a:pPr indent="0" lvl="0" marL="0" rtl="0" algn="l">
              <a:lnSpc>
                <a:spcPct val="150000"/>
              </a:lnSpc>
              <a:spcBef>
                <a:spcPts val="0"/>
              </a:spcBef>
              <a:spcAft>
                <a:spcPts val="0"/>
              </a:spcAft>
              <a:buSzPts val="1200"/>
              <a:buNone/>
            </a:pPr>
            <a:r>
              <a:rPr b="1" lang="en" sz="1000">
                <a:solidFill>
                  <a:schemeClr val="dk2"/>
                </a:solidFill>
              </a:rPr>
              <a:t>Utilisation :</a:t>
            </a:r>
            <a:r>
              <a:rPr b="1" lang="en" sz="1000"/>
              <a:t> </a:t>
            </a:r>
            <a:r>
              <a:rPr lang="en" sz="1000"/>
              <a:t>Les cotes sont souvent utilisées dans les domaines des paris sportifs et de la statistique, où elles aident à comprendre la probabilité relative d'un événement par rapport à son contraire.</a:t>
            </a:r>
            <a:endParaRPr sz="1000"/>
          </a:p>
          <a:p>
            <a:pPr indent="0" lvl="0" marL="0" rtl="0" algn="l">
              <a:lnSpc>
                <a:spcPct val="150000"/>
              </a:lnSpc>
              <a:spcBef>
                <a:spcPts val="0"/>
              </a:spcBef>
              <a:spcAft>
                <a:spcPts val="0"/>
              </a:spcAft>
              <a:buSzPts val="1200"/>
              <a:buNone/>
            </a:pPr>
            <a:r>
              <a:rPr b="1" lang="en" sz="1000">
                <a:solidFill>
                  <a:schemeClr val="dk2"/>
                </a:solidFill>
              </a:rPr>
              <a:t>Exemple :</a:t>
            </a:r>
            <a:r>
              <a:rPr b="1" lang="en" sz="1000"/>
              <a:t> </a:t>
            </a:r>
            <a:r>
              <a:rPr lang="en" sz="1000"/>
              <a:t>Si  </a:t>
            </a:r>
            <a:r>
              <a:rPr b="1" lang="en" sz="1000"/>
              <a:t>p = 0.75</a:t>
            </a:r>
            <a:r>
              <a:rPr lang="en" sz="1000"/>
              <a:t> , alors </a:t>
            </a:r>
            <a:r>
              <a:rPr b="1" lang="en" sz="1000"/>
              <a:t>Odds  = 3</a:t>
            </a:r>
            <a:r>
              <a:rPr lang="en" sz="1000"/>
              <a:t> . </a:t>
            </a:r>
            <a:r>
              <a:rPr b="1" lang="en" sz="1000"/>
              <a:t>Cela signifie que l'événement est trois fois plus susceptible de se produire que de ne pas se produire.</a:t>
            </a:r>
            <a:endParaRPr b="1" sz="1000"/>
          </a:p>
          <a:p>
            <a:pPr indent="0" lvl="0" marL="0" rtl="0" algn="l">
              <a:lnSpc>
                <a:spcPct val="150000"/>
              </a:lnSpc>
              <a:spcBef>
                <a:spcPts val="0"/>
              </a:spcBef>
              <a:spcAft>
                <a:spcPts val="0"/>
              </a:spcAft>
              <a:buSzPts val="1200"/>
              <a:buNone/>
            </a:pPr>
            <a:r>
              <a:t/>
            </a:r>
            <a:endParaRPr sz="1000"/>
          </a:p>
        </p:txBody>
      </p:sp>
      <p:pic>
        <p:nvPicPr>
          <p:cNvPr id="2551" name="Google Shape;2551;g2d0721f6dcf_0_28"/>
          <p:cNvPicPr preferRelativeResize="0"/>
          <p:nvPr/>
        </p:nvPicPr>
        <p:blipFill rotWithShape="1">
          <a:blip r:embed="rId3">
            <a:alphaModFix/>
          </a:blip>
          <a:srcRect b="0" l="0" r="0" t="0"/>
          <a:stretch/>
        </p:blipFill>
        <p:spPr>
          <a:xfrm>
            <a:off x="3785750" y="1528450"/>
            <a:ext cx="1170825" cy="405275"/>
          </a:xfrm>
          <a:prstGeom prst="rect">
            <a:avLst/>
          </a:prstGeom>
          <a:noFill/>
          <a:ln>
            <a:noFill/>
          </a:ln>
        </p:spPr>
      </p:pic>
      <p:pic>
        <p:nvPicPr>
          <p:cNvPr id="2552" name="Google Shape;2552;g2d0721f6dcf_0_28"/>
          <p:cNvPicPr preferRelativeResize="0"/>
          <p:nvPr/>
        </p:nvPicPr>
        <p:blipFill rotWithShape="1">
          <a:blip r:embed="rId4">
            <a:alphaModFix/>
          </a:blip>
          <a:srcRect b="0" l="0" r="0" t="0"/>
          <a:stretch/>
        </p:blipFill>
        <p:spPr>
          <a:xfrm>
            <a:off x="3304663" y="3610975"/>
            <a:ext cx="2534667" cy="1160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6" name="Shape 2556"/>
        <p:cNvGrpSpPr/>
        <p:nvPr/>
      </p:nvGrpSpPr>
      <p:grpSpPr>
        <a:xfrm>
          <a:off x="0" y="0"/>
          <a:ext cx="0" cy="0"/>
          <a:chOff x="0" y="0"/>
          <a:chExt cx="0" cy="0"/>
        </a:xfrm>
      </p:grpSpPr>
      <p:sp>
        <p:nvSpPr>
          <p:cNvPr id="2557" name="Google Shape;2557;g2d0721f6dcf_0_47"/>
          <p:cNvSpPr txBox="1"/>
          <p:nvPr>
            <p:ph type="title"/>
          </p:nvPr>
        </p:nvSpPr>
        <p:spPr>
          <a:xfrm>
            <a:off x="333150" y="89025"/>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Comprendre le logarithme des cotes (Log(Odds)) </a:t>
            </a:r>
            <a:endParaRPr sz="2600"/>
          </a:p>
        </p:txBody>
      </p:sp>
      <p:sp>
        <p:nvSpPr>
          <p:cNvPr id="2558" name="Google Shape;2558;g2d0721f6dcf_0_47"/>
          <p:cNvSpPr txBox="1"/>
          <p:nvPr>
            <p:ph idx="1" type="body"/>
          </p:nvPr>
        </p:nvSpPr>
        <p:spPr>
          <a:xfrm>
            <a:off x="415575" y="84715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rPr b="1" lang="en" sz="1000">
                <a:solidFill>
                  <a:schemeClr val="dk2"/>
                </a:solidFill>
              </a:rPr>
              <a:t>Formule :</a:t>
            </a:r>
            <a:endParaRPr b="1" sz="1000">
              <a:solidFill>
                <a:schemeClr val="dk2"/>
              </a:solidFill>
            </a:endParaRPr>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rPr b="1" lang="en" sz="1000">
                <a:solidFill>
                  <a:schemeClr val="dk2"/>
                </a:solidFill>
              </a:rPr>
              <a:t>Importance :</a:t>
            </a:r>
            <a:r>
              <a:rPr lang="en" sz="1000"/>
              <a:t> La transformation en log(odds) est cruciale pour la modélisation statistique, car elle permet de transformer une échelle de probabilités qui varie entre 0 et 1 en une échelle continue sur tout l'axe des réels, ce qui est pratique pour l'analyse linéaire.</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p:txBody>
      </p:sp>
      <p:pic>
        <p:nvPicPr>
          <p:cNvPr id="2559" name="Google Shape;2559;g2d0721f6dcf_0_47"/>
          <p:cNvPicPr preferRelativeResize="0"/>
          <p:nvPr/>
        </p:nvPicPr>
        <p:blipFill rotWithShape="1">
          <a:blip r:embed="rId3">
            <a:alphaModFix/>
          </a:blip>
          <a:srcRect b="0" l="0" r="0" t="0"/>
          <a:stretch/>
        </p:blipFill>
        <p:spPr>
          <a:xfrm>
            <a:off x="4742047" y="1116950"/>
            <a:ext cx="2039925" cy="449975"/>
          </a:xfrm>
          <a:prstGeom prst="rect">
            <a:avLst/>
          </a:prstGeom>
          <a:noFill/>
          <a:ln>
            <a:noFill/>
          </a:ln>
        </p:spPr>
      </p:pic>
      <p:pic>
        <p:nvPicPr>
          <p:cNvPr id="2560" name="Google Shape;2560;g2d0721f6dcf_0_47"/>
          <p:cNvPicPr preferRelativeResize="0"/>
          <p:nvPr/>
        </p:nvPicPr>
        <p:blipFill rotWithShape="1">
          <a:blip r:embed="rId4">
            <a:alphaModFix/>
          </a:blip>
          <a:srcRect b="0" l="0" r="0" t="0"/>
          <a:stretch/>
        </p:blipFill>
        <p:spPr>
          <a:xfrm>
            <a:off x="2099075" y="2175525"/>
            <a:ext cx="4843974" cy="2720975"/>
          </a:xfrm>
          <a:prstGeom prst="rect">
            <a:avLst/>
          </a:prstGeom>
          <a:noFill/>
          <a:ln>
            <a:noFill/>
          </a:ln>
        </p:spPr>
      </p:pic>
      <p:pic>
        <p:nvPicPr>
          <p:cNvPr id="2561" name="Google Shape;2561;g2d0721f6dcf_0_47"/>
          <p:cNvPicPr preferRelativeResize="0"/>
          <p:nvPr/>
        </p:nvPicPr>
        <p:blipFill rotWithShape="1">
          <a:blip r:embed="rId5">
            <a:alphaModFix/>
          </a:blip>
          <a:srcRect b="0" l="0" r="0" t="0"/>
          <a:stretch/>
        </p:blipFill>
        <p:spPr>
          <a:xfrm>
            <a:off x="2402175" y="1139300"/>
            <a:ext cx="1170825" cy="4052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5" name="Shape 2565"/>
        <p:cNvGrpSpPr/>
        <p:nvPr/>
      </p:nvGrpSpPr>
      <p:grpSpPr>
        <a:xfrm>
          <a:off x="0" y="0"/>
          <a:ext cx="0" cy="0"/>
          <a:chOff x="0" y="0"/>
          <a:chExt cx="0" cy="0"/>
        </a:xfrm>
      </p:grpSpPr>
      <p:sp>
        <p:nvSpPr>
          <p:cNvPr id="2566" name="Google Shape;2566;g2d0721f6dcf_0_59"/>
          <p:cNvSpPr txBox="1"/>
          <p:nvPr>
            <p:ph type="title"/>
          </p:nvPr>
        </p:nvSpPr>
        <p:spPr>
          <a:xfrm>
            <a:off x="333150" y="9650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Régression logistique</a:t>
            </a:r>
            <a:endParaRPr sz="2600"/>
          </a:p>
        </p:txBody>
      </p:sp>
      <p:sp>
        <p:nvSpPr>
          <p:cNvPr id="2567" name="Google Shape;2567;g2d0721f6dcf_0_59"/>
          <p:cNvSpPr txBox="1"/>
          <p:nvPr>
            <p:ph idx="1" type="body"/>
          </p:nvPr>
        </p:nvSpPr>
        <p:spPr>
          <a:xfrm>
            <a:off x="415575" y="84715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rPr b="1" lang="en" sz="1000">
                <a:solidFill>
                  <a:schemeClr val="dk2"/>
                </a:solidFill>
              </a:rPr>
              <a:t>Régression Logistique : </a:t>
            </a:r>
            <a:r>
              <a:rPr lang="en" sz="1000"/>
              <a:t>Un modèle statistique qui utilise la fonction logistique (ou sigmoid) pour prédire la probabilité qu'une observation appartienne à l'une des deux classes possibles.</a:t>
            </a:r>
            <a:endParaRPr sz="1000"/>
          </a:p>
          <a:p>
            <a:pPr indent="0" lvl="0" marL="0" rtl="0" algn="l">
              <a:lnSpc>
                <a:spcPct val="150000"/>
              </a:lnSpc>
              <a:spcBef>
                <a:spcPts val="0"/>
              </a:spcBef>
              <a:spcAft>
                <a:spcPts val="0"/>
              </a:spcAft>
              <a:buSzPts val="1200"/>
              <a:buNone/>
            </a:pPr>
            <a:r>
              <a:rPr b="1" lang="en" sz="1000">
                <a:solidFill>
                  <a:schemeClr val="dk2"/>
                </a:solidFill>
              </a:rPr>
              <a:t>Application :</a:t>
            </a:r>
            <a:r>
              <a:rPr b="1" lang="en" sz="1000"/>
              <a:t> </a:t>
            </a:r>
            <a:r>
              <a:rPr lang="en" sz="1000"/>
              <a:t>Idéal pour les problèmes de classification binaire, comme déterminer si un email est un spam ou non, ou si un patient est malade ou en bonne santé.</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p:txBody>
      </p:sp>
      <p:pic>
        <p:nvPicPr>
          <p:cNvPr id="2568" name="Google Shape;2568;g2d0721f6dcf_0_59"/>
          <p:cNvPicPr preferRelativeResize="0"/>
          <p:nvPr/>
        </p:nvPicPr>
        <p:blipFill rotWithShape="1">
          <a:blip r:embed="rId3">
            <a:alphaModFix/>
          </a:blip>
          <a:srcRect b="0" l="0" r="0" t="0"/>
          <a:stretch/>
        </p:blipFill>
        <p:spPr>
          <a:xfrm>
            <a:off x="2761950" y="1929875"/>
            <a:ext cx="3218875" cy="29751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2" name="Shape 2572"/>
        <p:cNvGrpSpPr/>
        <p:nvPr/>
      </p:nvGrpSpPr>
      <p:grpSpPr>
        <a:xfrm>
          <a:off x="0" y="0"/>
          <a:ext cx="0" cy="0"/>
          <a:chOff x="0" y="0"/>
          <a:chExt cx="0" cy="0"/>
        </a:xfrm>
      </p:grpSpPr>
      <p:sp>
        <p:nvSpPr>
          <p:cNvPr id="2573" name="Google Shape;2573;g2d0721f6dcf_0_68"/>
          <p:cNvSpPr txBox="1"/>
          <p:nvPr>
            <p:ph type="title"/>
          </p:nvPr>
        </p:nvSpPr>
        <p:spPr>
          <a:xfrm>
            <a:off x="333150" y="253475"/>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Equivalence graphique de probabilité et graphique de cote</a:t>
            </a:r>
            <a:endParaRPr sz="2600"/>
          </a:p>
        </p:txBody>
      </p:sp>
      <p:sp>
        <p:nvSpPr>
          <p:cNvPr id="2574" name="Google Shape;2574;g2d0721f6dcf_0_68"/>
          <p:cNvSpPr txBox="1"/>
          <p:nvPr>
            <p:ph idx="1" type="body"/>
          </p:nvPr>
        </p:nvSpPr>
        <p:spPr>
          <a:xfrm>
            <a:off x="415575" y="84715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p:txBody>
      </p:sp>
      <p:pic>
        <p:nvPicPr>
          <p:cNvPr id="2575" name="Google Shape;2575;g2d0721f6dcf_0_68"/>
          <p:cNvPicPr preferRelativeResize="0"/>
          <p:nvPr/>
        </p:nvPicPr>
        <p:blipFill rotWithShape="1">
          <a:blip r:embed="rId3">
            <a:alphaModFix/>
          </a:blip>
          <a:srcRect b="0" l="0" r="0" t="0"/>
          <a:stretch/>
        </p:blipFill>
        <p:spPr>
          <a:xfrm>
            <a:off x="556525" y="1488775"/>
            <a:ext cx="3218875" cy="2975125"/>
          </a:xfrm>
          <a:prstGeom prst="rect">
            <a:avLst/>
          </a:prstGeom>
          <a:noFill/>
          <a:ln>
            <a:noFill/>
          </a:ln>
        </p:spPr>
      </p:pic>
      <p:sp>
        <p:nvSpPr>
          <p:cNvPr id="2576" name="Google Shape;2576;g2d0721f6dcf_0_68"/>
          <p:cNvSpPr/>
          <p:nvPr/>
        </p:nvSpPr>
        <p:spPr>
          <a:xfrm>
            <a:off x="3897775" y="1771800"/>
            <a:ext cx="1689600" cy="889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sp>
        <p:nvSpPr>
          <p:cNvPr id="2577" name="Google Shape;2577;g2d0721f6dcf_0_68"/>
          <p:cNvSpPr/>
          <p:nvPr/>
        </p:nvSpPr>
        <p:spPr>
          <a:xfrm>
            <a:off x="3775400" y="3311875"/>
            <a:ext cx="1659600" cy="8073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pic>
        <p:nvPicPr>
          <p:cNvPr id="2578" name="Google Shape;2578;g2d0721f6dcf_0_68"/>
          <p:cNvPicPr preferRelativeResize="0"/>
          <p:nvPr/>
        </p:nvPicPr>
        <p:blipFill rotWithShape="1">
          <a:blip r:embed="rId4">
            <a:alphaModFix/>
          </a:blip>
          <a:srcRect b="0" l="0" r="0" t="16372"/>
          <a:stretch/>
        </p:blipFill>
        <p:spPr>
          <a:xfrm>
            <a:off x="3972438" y="2041100"/>
            <a:ext cx="1417900" cy="351200"/>
          </a:xfrm>
          <a:prstGeom prst="rect">
            <a:avLst/>
          </a:prstGeom>
          <a:noFill/>
          <a:ln>
            <a:noFill/>
          </a:ln>
        </p:spPr>
      </p:pic>
      <p:pic>
        <p:nvPicPr>
          <p:cNvPr id="2579" name="Google Shape;2579;g2d0721f6dcf_0_68"/>
          <p:cNvPicPr preferRelativeResize="0"/>
          <p:nvPr/>
        </p:nvPicPr>
        <p:blipFill rotWithShape="1">
          <a:blip r:embed="rId5">
            <a:alphaModFix/>
          </a:blip>
          <a:srcRect b="0" l="0" r="0" t="0"/>
          <a:stretch/>
        </p:blipFill>
        <p:spPr>
          <a:xfrm>
            <a:off x="4227899" y="3539924"/>
            <a:ext cx="906986" cy="351200"/>
          </a:xfrm>
          <a:prstGeom prst="rect">
            <a:avLst/>
          </a:prstGeom>
          <a:noFill/>
          <a:ln>
            <a:noFill/>
          </a:ln>
        </p:spPr>
      </p:pic>
      <p:pic>
        <p:nvPicPr>
          <p:cNvPr id="2580" name="Google Shape;2580;g2d0721f6dcf_0_68"/>
          <p:cNvPicPr preferRelativeResize="0"/>
          <p:nvPr/>
        </p:nvPicPr>
        <p:blipFill rotWithShape="1">
          <a:blip r:embed="rId6">
            <a:alphaModFix/>
          </a:blip>
          <a:srcRect b="0" l="0" r="0" t="0"/>
          <a:stretch/>
        </p:blipFill>
        <p:spPr>
          <a:xfrm>
            <a:off x="5775974" y="1285875"/>
            <a:ext cx="3085924" cy="3643700"/>
          </a:xfrm>
          <a:prstGeom prst="rect">
            <a:avLst/>
          </a:prstGeom>
          <a:noFill/>
          <a:ln>
            <a:noFill/>
          </a:ln>
        </p:spPr>
      </p:pic>
      <p:sp>
        <p:nvSpPr>
          <p:cNvPr id="2581" name="Google Shape;2581;g2d0721f6dcf_0_68"/>
          <p:cNvSpPr txBox="1"/>
          <p:nvPr/>
        </p:nvSpPr>
        <p:spPr>
          <a:xfrm>
            <a:off x="4179100" y="4104325"/>
            <a:ext cx="1345800" cy="41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Assistant"/>
                <a:ea typeface="Assistant"/>
                <a:cs typeface="Assistant"/>
                <a:sym typeface="Assistant"/>
              </a:rPr>
              <a:t>Il s’agit de la fonction d’activation sigmoid</a:t>
            </a:r>
            <a:endParaRPr b="0" i="0" sz="1000" u="none" cap="none" strike="noStrike">
              <a:solidFill>
                <a:schemeClr val="dk1"/>
              </a:solidFill>
              <a:latin typeface="Assistant"/>
              <a:ea typeface="Assistant"/>
              <a:cs typeface="Assistant"/>
              <a:sym typeface="Assistan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5" name="Shape 2585"/>
        <p:cNvGrpSpPr/>
        <p:nvPr/>
      </p:nvGrpSpPr>
      <p:grpSpPr>
        <a:xfrm>
          <a:off x="0" y="0"/>
          <a:ext cx="0" cy="0"/>
          <a:chOff x="0" y="0"/>
          <a:chExt cx="0" cy="0"/>
        </a:xfrm>
      </p:grpSpPr>
      <p:sp>
        <p:nvSpPr>
          <p:cNvPr id="2586" name="Google Shape;2586;g2d07a28d687_0_24"/>
          <p:cNvSpPr txBox="1"/>
          <p:nvPr>
            <p:ph type="title"/>
          </p:nvPr>
        </p:nvSpPr>
        <p:spPr>
          <a:xfrm>
            <a:off x="333150" y="253475"/>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Binary Crossentropy</a:t>
            </a:r>
            <a:endParaRPr sz="2600"/>
          </a:p>
        </p:txBody>
      </p:sp>
      <p:pic>
        <p:nvPicPr>
          <p:cNvPr id="2587" name="Google Shape;2587;g2d07a28d687_0_24"/>
          <p:cNvPicPr preferRelativeResize="0"/>
          <p:nvPr/>
        </p:nvPicPr>
        <p:blipFill rotWithShape="1">
          <a:blip r:embed="rId3">
            <a:alphaModFix/>
          </a:blip>
          <a:srcRect b="0" l="0" r="0" t="0"/>
          <a:stretch/>
        </p:blipFill>
        <p:spPr>
          <a:xfrm>
            <a:off x="2260650" y="1714925"/>
            <a:ext cx="4162425" cy="571500"/>
          </a:xfrm>
          <a:prstGeom prst="rect">
            <a:avLst/>
          </a:prstGeom>
          <a:noFill/>
          <a:ln>
            <a:noFill/>
          </a:ln>
        </p:spPr>
      </p:pic>
      <p:sp>
        <p:nvSpPr>
          <p:cNvPr id="2588" name="Google Shape;2588;g2d07a28d687_0_24"/>
          <p:cNvSpPr/>
          <p:nvPr/>
        </p:nvSpPr>
        <p:spPr>
          <a:xfrm>
            <a:off x="2809300" y="2379125"/>
            <a:ext cx="1908000" cy="7983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ssistant"/>
              <a:ea typeface="Assistant"/>
              <a:cs typeface="Assistant"/>
              <a:sym typeface="Assistant"/>
            </a:endParaRPr>
          </a:p>
        </p:txBody>
      </p:sp>
      <p:pic>
        <p:nvPicPr>
          <p:cNvPr id="2589" name="Google Shape;2589;g2d07a28d687_0_24"/>
          <p:cNvPicPr preferRelativeResize="0"/>
          <p:nvPr/>
        </p:nvPicPr>
        <p:blipFill rotWithShape="1">
          <a:blip r:embed="rId4">
            <a:alphaModFix/>
          </a:blip>
          <a:srcRect b="0" l="0" r="0" t="0"/>
          <a:stretch/>
        </p:blipFill>
        <p:spPr>
          <a:xfrm>
            <a:off x="2896113" y="2428913"/>
            <a:ext cx="142875" cy="142875"/>
          </a:xfrm>
          <a:prstGeom prst="rect">
            <a:avLst/>
          </a:prstGeom>
          <a:noFill/>
          <a:ln>
            <a:noFill/>
          </a:ln>
        </p:spPr>
      </p:pic>
      <p:pic>
        <p:nvPicPr>
          <p:cNvPr id="2590" name="Google Shape;2590;g2d07a28d687_0_24"/>
          <p:cNvPicPr preferRelativeResize="0"/>
          <p:nvPr/>
        </p:nvPicPr>
        <p:blipFill rotWithShape="1">
          <a:blip r:embed="rId5">
            <a:alphaModFix/>
          </a:blip>
          <a:srcRect b="0" l="0" r="0" t="0"/>
          <a:stretch/>
        </p:blipFill>
        <p:spPr>
          <a:xfrm>
            <a:off x="2896113" y="2801750"/>
            <a:ext cx="142875" cy="190500"/>
          </a:xfrm>
          <a:prstGeom prst="rect">
            <a:avLst/>
          </a:prstGeom>
          <a:noFill/>
          <a:ln>
            <a:noFill/>
          </a:ln>
        </p:spPr>
      </p:pic>
      <p:sp>
        <p:nvSpPr>
          <p:cNvPr id="2591" name="Google Shape;2591;g2d07a28d687_0_24"/>
          <p:cNvSpPr txBox="1"/>
          <p:nvPr/>
        </p:nvSpPr>
        <p:spPr>
          <a:xfrm>
            <a:off x="3132475" y="2379125"/>
            <a:ext cx="2325000" cy="62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Assistant"/>
                <a:ea typeface="Assistant"/>
                <a:cs typeface="Assistant"/>
                <a:sym typeface="Assistant"/>
              </a:rPr>
              <a:t>La vérité terrain</a:t>
            </a:r>
            <a:endParaRPr b="0" i="0" sz="1000" u="none" cap="none" strike="noStrike">
              <a:solidFill>
                <a:schemeClr val="lt1"/>
              </a:solidFill>
              <a:latin typeface="Assistant"/>
              <a:ea typeface="Assistant"/>
              <a:cs typeface="Assistant"/>
              <a:sym typeface="Assistan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ssistant"/>
              <a:ea typeface="Assistant"/>
              <a:cs typeface="Assistant"/>
              <a:sym typeface="Assistan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Assistant"/>
                <a:ea typeface="Assistant"/>
                <a:cs typeface="Assistant"/>
                <a:sym typeface="Assistant"/>
              </a:rPr>
              <a:t>La prédiction du modèle</a:t>
            </a:r>
            <a:endParaRPr b="0" i="0" sz="1000" u="none" cap="none" strike="noStrike">
              <a:solidFill>
                <a:schemeClr val="lt1"/>
              </a:solidFill>
              <a:latin typeface="Assistant"/>
              <a:ea typeface="Assistant"/>
              <a:cs typeface="Assistant"/>
              <a:sym typeface="Assistant"/>
            </a:endParaRPr>
          </a:p>
        </p:txBody>
      </p:sp>
      <p:sp>
        <p:nvSpPr>
          <p:cNvPr id="2592" name="Google Shape;2592;g2d07a28d687_0_24"/>
          <p:cNvSpPr txBox="1"/>
          <p:nvPr>
            <p:ph idx="1" type="body"/>
          </p:nvPr>
        </p:nvSpPr>
        <p:spPr>
          <a:xfrm>
            <a:off x="552138" y="921875"/>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rPr b="1" lang="en" sz="1200">
                <a:solidFill>
                  <a:schemeClr val="dk2"/>
                </a:solidFill>
              </a:rPr>
              <a:t>Cross-Entropy : </a:t>
            </a:r>
            <a:r>
              <a:rPr lang="en" sz="1200"/>
              <a:t>Une fonction de coût utilisée pour mesurer la performance d'un modèle de classification. Elle quantifie la différence entre deux distributions de probabilité : celle prédite par le modèle et la distribution réelle observée des labels.</a:t>
            </a:r>
            <a:endParaRPr sz="12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6" name="Shape 2596"/>
        <p:cNvGrpSpPr/>
        <p:nvPr/>
      </p:nvGrpSpPr>
      <p:grpSpPr>
        <a:xfrm>
          <a:off x="0" y="0"/>
          <a:ext cx="0" cy="0"/>
          <a:chOff x="0" y="0"/>
          <a:chExt cx="0" cy="0"/>
        </a:xfrm>
      </p:grpSpPr>
      <p:sp>
        <p:nvSpPr>
          <p:cNvPr id="2597" name="Google Shape;2597;g2d07a28d687_0_18"/>
          <p:cNvSpPr txBox="1"/>
          <p:nvPr>
            <p:ph type="title"/>
          </p:nvPr>
        </p:nvSpPr>
        <p:spPr>
          <a:xfrm>
            <a:off x="333150" y="253475"/>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Comparaison de la BCE  et de la MSE</a:t>
            </a:r>
            <a:endParaRPr sz="2600"/>
          </a:p>
        </p:txBody>
      </p:sp>
      <p:sp>
        <p:nvSpPr>
          <p:cNvPr id="2598" name="Google Shape;2598;g2d07a28d687_0_18"/>
          <p:cNvSpPr txBox="1"/>
          <p:nvPr>
            <p:ph idx="1" type="body"/>
          </p:nvPr>
        </p:nvSpPr>
        <p:spPr>
          <a:xfrm>
            <a:off x="415575" y="84715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200"/>
              <a:buNone/>
            </a:pPr>
            <a:r>
              <a:rPr b="1" lang="en" sz="1000">
                <a:solidFill>
                  <a:schemeClr val="lt2"/>
                </a:solidFill>
              </a:rPr>
              <a:t>La Cross-Entropy (en bleu)</a:t>
            </a:r>
            <a:r>
              <a:rPr lang="en" sz="1000"/>
              <a:t> montre que la pénalité augmente rapidement lorsque la probabilité prédite s'écarte de la véritable classe (ici 1), surtout quand la prédiction est erronée avec une grande certitude (probabilités prédites proches de 0).</a:t>
            </a:r>
            <a:endParaRPr sz="1000"/>
          </a:p>
          <a:p>
            <a:pPr indent="0" lvl="0" marL="0" rtl="0" algn="l">
              <a:lnSpc>
                <a:spcPct val="150000"/>
              </a:lnSpc>
              <a:spcBef>
                <a:spcPts val="0"/>
              </a:spcBef>
              <a:spcAft>
                <a:spcPts val="0"/>
              </a:spcAft>
              <a:buSzPts val="1200"/>
              <a:buNone/>
            </a:pPr>
            <a:r>
              <a:rPr b="1" lang="en" sz="1000">
                <a:solidFill>
                  <a:srgbClr val="FF0000"/>
                </a:solidFill>
              </a:rPr>
              <a:t>La MSE (en rouge) </a:t>
            </a:r>
            <a:r>
              <a:rPr lang="en" sz="1000"/>
              <a:t>présente également une augmentation de la pénalité, mais moins abruptement. Cela peut conduire à un problème de gradients faibles, surtout lorsque les prédictions sont proches de 1 ou 0, ce qui est moins efficace pour les problèmes de classification où une prédiction correcte ou incorrecte a un impact significatif.</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a:p>
            <a:pPr indent="0" lvl="0" marL="0" rtl="0" algn="l">
              <a:lnSpc>
                <a:spcPct val="150000"/>
              </a:lnSpc>
              <a:spcBef>
                <a:spcPts val="0"/>
              </a:spcBef>
              <a:spcAft>
                <a:spcPts val="0"/>
              </a:spcAft>
              <a:buSzPts val="1200"/>
              <a:buNone/>
            </a:pPr>
            <a:r>
              <a:t/>
            </a:r>
            <a:endParaRPr sz="1000"/>
          </a:p>
        </p:txBody>
      </p:sp>
      <p:pic>
        <p:nvPicPr>
          <p:cNvPr id="2599" name="Google Shape;2599;g2d07a28d687_0_18"/>
          <p:cNvPicPr preferRelativeResize="0"/>
          <p:nvPr/>
        </p:nvPicPr>
        <p:blipFill rotWithShape="1">
          <a:blip r:embed="rId3">
            <a:alphaModFix/>
          </a:blip>
          <a:srcRect b="0" l="0" r="0" t="0"/>
          <a:stretch/>
        </p:blipFill>
        <p:spPr>
          <a:xfrm>
            <a:off x="1860924" y="2242800"/>
            <a:ext cx="4777776" cy="2731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3" name="Shape 2603"/>
        <p:cNvGrpSpPr/>
        <p:nvPr/>
      </p:nvGrpSpPr>
      <p:grpSpPr>
        <a:xfrm>
          <a:off x="0" y="0"/>
          <a:ext cx="0" cy="0"/>
          <a:chOff x="0" y="0"/>
          <a:chExt cx="0" cy="0"/>
        </a:xfrm>
      </p:grpSpPr>
      <p:sp>
        <p:nvSpPr>
          <p:cNvPr id="2604" name="Google Shape;2604;g2d07a28d687_0_6"/>
          <p:cNvSpPr txBox="1"/>
          <p:nvPr>
            <p:ph type="title"/>
          </p:nvPr>
        </p:nvSpPr>
        <p:spPr>
          <a:xfrm>
            <a:off x="333150" y="253475"/>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Pourquoi la BCE est préférée à la MSE pour des problèmes de classification</a:t>
            </a:r>
            <a:endParaRPr sz="2600"/>
          </a:p>
        </p:txBody>
      </p:sp>
      <p:sp>
        <p:nvSpPr>
          <p:cNvPr id="2605" name="Google Shape;2605;g2d07a28d687_0_6"/>
          <p:cNvSpPr txBox="1"/>
          <p:nvPr>
            <p:ph idx="1" type="body"/>
          </p:nvPr>
        </p:nvSpPr>
        <p:spPr>
          <a:xfrm>
            <a:off x="393150" y="115620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300">
                <a:solidFill>
                  <a:schemeClr val="dk2"/>
                </a:solidFill>
              </a:rPr>
              <a:t>Problèmes de la MSE pour la classification :</a:t>
            </a:r>
            <a:endParaRPr b="1" sz="1300">
              <a:solidFill>
                <a:schemeClr val="dk2"/>
              </a:solidFill>
            </a:endParaRPr>
          </a:p>
          <a:p>
            <a:pPr indent="-311150" lvl="0" marL="457200" rtl="0" algn="l">
              <a:lnSpc>
                <a:spcPct val="100000"/>
              </a:lnSpc>
              <a:spcBef>
                <a:spcPts val="0"/>
              </a:spcBef>
              <a:spcAft>
                <a:spcPts val="0"/>
              </a:spcAft>
              <a:buSzPts val="1300"/>
              <a:buChar char="●"/>
            </a:pPr>
            <a:r>
              <a:rPr b="1" lang="en" sz="1300"/>
              <a:t>Probabilités extrêmes :</a:t>
            </a:r>
            <a:r>
              <a:rPr lang="en" sz="1300"/>
              <a:t> La MSE pénalise insuffisamment les prédictions fausses mais avec une grande confiance, car elle ne tient pas compte de la nature probabiliste des prédictions.</a:t>
            </a:r>
            <a:endParaRPr sz="1300"/>
          </a:p>
          <a:p>
            <a:pPr indent="-311150" lvl="0" marL="457200" rtl="0" algn="l">
              <a:lnSpc>
                <a:spcPct val="100000"/>
              </a:lnSpc>
              <a:spcBef>
                <a:spcPts val="0"/>
              </a:spcBef>
              <a:spcAft>
                <a:spcPts val="0"/>
              </a:spcAft>
              <a:buSzPts val="1300"/>
              <a:buChar char="●"/>
            </a:pPr>
            <a:r>
              <a:rPr b="1" lang="en" sz="1300"/>
              <a:t>Dérivées : </a:t>
            </a:r>
            <a:r>
              <a:rPr lang="en" sz="1300"/>
              <a:t>La MSE peut conduire à des changements de gradients très faibles (surtout avec la fonction sigmoid), ralentissant l'apprentissage lorsque les prédictions sont loin de 0.5 (appelé problème de "vanishing gradients").</a:t>
            </a:r>
            <a:endParaRPr sz="13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rPr b="1" lang="en" sz="1300">
                <a:solidFill>
                  <a:schemeClr val="dk2"/>
                </a:solidFill>
              </a:rPr>
              <a:t>Pourquoi la Cross-Entropy est-elle préférée?</a:t>
            </a:r>
            <a:endParaRPr b="1" sz="1300">
              <a:solidFill>
                <a:schemeClr val="dk2"/>
              </a:solidFill>
            </a:endParaRPr>
          </a:p>
          <a:p>
            <a:pPr indent="-311150" lvl="0" marL="457200" rtl="0" algn="l">
              <a:lnSpc>
                <a:spcPct val="100000"/>
              </a:lnSpc>
              <a:spcBef>
                <a:spcPts val="0"/>
              </a:spcBef>
              <a:spcAft>
                <a:spcPts val="0"/>
              </a:spcAft>
              <a:buSzPts val="1300"/>
              <a:buChar char="●"/>
            </a:pPr>
            <a:r>
              <a:rPr b="1" lang="en" sz="1300"/>
              <a:t>Sensibilité aux probabilités :</a:t>
            </a:r>
            <a:r>
              <a:rPr lang="en" sz="1300"/>
              <a:t> La cross-entropy augmente exponentiellement la pénalité quand la prédiction est sûre mais incorrecte, ce qui force le modèle à ajuster vigoureusement ses paramètres même en cas d'erreurs peu fréquentes.</a:t>
            </a:r>
            <a:endParaRPr sz="1300"/>
          </a:p>
          <a:p>
            <a:pPr indent="-311150" lvl="0" marL="457200" rtl="0" algn="l">
              <a:lnSpc>
                <a:spcPct val="100000"/>
              </a:lnSpc>
              <a:spcBef>
                <a:spcPts val="0"/>
              </a:spcBef>
              <a:spcAft>
                <a:spcPts val="0"/>
              </a:spcAft>
              <a:buSzPts val="1300"/>
              <a:buChar char="●"/>
            </a:pPr>
            <a:r>
              <a:rPr b="1" lang="en" sz="1300"/>
              <a:t>Gradient favorable :</a:t>
            </a:r>
            <a:r>
              <a:rPr lang="en" sz="1300"/>
              <a:t> Les gradients de la cross-entropy sont généralement plus importants, conduisant à un apprentissage plus rapide et efficace, surtout avec des sorties de type sigmoid.</a:t>
            </a:r>
            <a:endParaRPr sz="13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9" name="Shape 2609"/>
        <p:cNvGrpSpPr/>
        <p:nvPr/>
      </p:nvGrpSpPr>
      <p:grpSpPr>
        <a:xfrm>
          <a:off x="0" y="0"/>
          <a:ext cx="0" cy="0"/>
          <a:chOff x="0" y="0"/>
          <a:chExt cx="0" cy="0"/>
        </a:xfrm>
      </p:grpSpPr>
      <p:sp>
        <p:nvSpPr>
          <p:cNvPr id="2610" name="Google Shape;2610;g2d07a28d687_0_45"/>
          <p:cNvSpPr txBox="1"/>
          <p:nvPr>
            <p:ph type="title"/>
          </p:nvPr>
        </p:nvSpPr>
        <p:spPr>
          <a:xfrm>
            <a:off x="333150" y="253475"/>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Matrice de confusion</a:t>
            </a:r>
            <a:endParaRPr sz="2600"/>
          </a:p>
        </p:txBody>
      </p:sp>
      <p:sp>
        <p:nvSpPr>
          <p:cNvPr id="2611" name="Google Shape;2611;g2d07a28d687_0_45"/>
          <p:cNvSpPr txBox="1"/>
          <p:nvPr>
            <p:ph idx="1" type="body"/>
          </p:nvPr>
        </p:nvSpPr>
        <p:spPr>
          <a:xfrm>
            <a:off x="393150" y="1156200"/>
            <a:ext cx="8039700" cy="28311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b="1" lang="en" sz="1300">
                <a:solidFill>
                  <a:schemeClr val="dk2"/>
                </a:solidFill>
              </a:rPr>
              <a:t>Matrice de Confusion :</a:t>
            </a:r>
            <a:r>
              <a:rPr b="1" lang="en" sz="1300"/>
              <a:t> Un tableau utilisé pour évaluer la performance d'un modèle de classification. Il montre visuellement la comparaison entre les labels prédits par le modèle et les labels réels.</a:t>
            </a:r>
            <a:endParaRPr b="1" sz="1300"/>
          </a:p>
          <a:p>
            <a:pPr indent="-311150" lvl="0" marL="457200" rtl="0" algn="l">
              <a:lnSpc>
                <a:spcPct val="100000"/>
              </a:lnSpc>
              <a:spcBef>
                <a:spcPts val="0"/>
              </a:spcBef>
              <a:spcAft>
                <a:spcPts val="0"/>
              </a:spcAft>
              <a:buSzPts val="1300"/>
              <a:buChar char="●"/>
            </a:pPr>
            <a:r>
              <a:rPr b="1" lang="en" sz="1300">
                <a:solidFill>
                  <a:schemeClr val="dk2"/>
                </a:solidFill>
              </a:rPr>
              <a:t>Composantes :</a:t>
            </a:r>
            <a:endParaRPr b="1" sz="1300">
              <a:solidFill>
                <a:schemeClr val="dk2"/>
              </a:solidFill>
            </a:endParaRPr>
          </a:p>
          <a:p>
            <a:pPr indent="-311150" lvl="1" marL="914400" rtl="0" algn="l">
              <a:lnSpc>
                <a:spcPct val="115000"/>
              </a:lnSpc>
              <a:spcBef>
                <a:spcPts val="0"/>
              </a:spcBef>
              <a:spcAft>
                <a:spcPts val="0"/>
              </a:spcAft>
              <a:buSzPts val="1300"/>
              <a:buChar char="○"/>
            </a:pPr>
            <a:r>
              <a:rPr b="1" lang="en" sz="1300">
                <a:solidFill>
                  <a:srgbClr val="00FF00"/>
                </a:solidFill>
              </a:rPr>
              <a:t>Vrais Positifs (VP) :</a:t>
            </a:r>
            <a:r>
              <a:rPr b="1" lang="en" sz="1300"/>
              <a:t> Cas où le modèle prédit correctement la classe positive.</a:t>
            </a:r>
            <a:endParaRPr b="1" sz="1300"/>
          </a:p>
          <a:p>
            <a:pPr indent="-311150" lvl="1" marL="914400" rtl="0" algn="l">
              <a:lnSpc>
                <a:spcPct val="115000"/>
              </a:lnSpc>
              <a:spcBef>
                <a:spcPts val="0"/>
              </a:spcBef>
              <a:spcAft>
                <a:spcPts val="0"/>
              </a:spcAft>
              <a:buSzPts val="1300"/>
              <a:buChar char="○"/>
            </a:pPr>
            <a:r>
              <a:rPr b="1" lang="en" sz="1300">
                <a:solidFill>
                  <a:srgbClr val="FF0000"/>
                </a:solidFill>
              </a:rPr>
              <a:t>Faux Positifs (FP) :</a:t>
            </a:r>
            <a:r>
              <a:rPr b="1" lang="en" sz="1300"/>
              <a:t> Cas où le modèle prédit incorrectement la classe positive.</a:t>
            </a:r>
            <a:endParaRPr b="1" sz="1300"/>
          </a:p>
          <a:p>
            <a:pPr indent="-311150" lvl="1" marL="914400" rtl="0" algn="l">
              <a:lnSpc>
                <a:spcPct val="115000"/>
              </a:lnSpc>
              <a:spcBef>
                <a:spcPts val="0"/>
              </a:spcBef>
              <a:spcAft>
                <a:spcPts val="0"/>
              </a:spcAft>
              <a:buSzPts val="1300"/>
              <a:buChar char="○"/>
            </a:pPr>
            <a:r>
              <a:rPr b="1" lang="en" sz="1300">
                <a:solidFill>
                  <a:srgbClr val="00FF00"/>
                </a:solidFill>
              </a:rPr>
              <a:t>Vrais Négatifs (VN) :</a:t>
            </a:r>
            <a:r>
              <a:rPr b="1" lang="en" sz="1300"/>
              <a:t> Cas où le modèle prédit correctement la classe négative.</a:t>
            </a:r>
            <a:endParaRPr b="1" sz="1300"/>
          </a:p>
          <a:p>
            <a:pPr indent="-311150" lvl="1" marL="914400" rtl="0" algn="l">
              <a:lnSpc>
                <a:spcPct val="115000"/>
              </a:lnSpc>
              <a:spcBef>
                <a:spcPts val="0"/>
              </a:spcBef>
              <a:spcAft>
                <a:spcPts val="0"/>
              </a:spcAft>
              <a:buSzPts val="1300"/>
              <a:buChar char="○"/>
            </a:pPr>
            <a:r>
              <a:rPr b="1" lang="en" sz="1300">
                <a:solidFill>
                  <a:srgbClr val="FF0000"/>
                </a:solidFill>
              </a:rPr>
              <a:t>Faux Négatifs (FN) :</a:t>
            </a:r>
            <a:r>
              <a:rPr b="1" lang="en" sz="1300"/>
              <a:t> Cas où le modèle prédit incorrectement la classe négative.</a:t>
            </a:r>
            <a:endParaRPr b="1" sz="1300"/>
          </a:p>
          <a:p>
            <a:pPr indent="0" lvl="0" marL="457200" rtl="0" algn="l">
              <a:lnSpc>
                <a:spcPct val="100000"/>
              </a:lnSpc>
              <a:spcBef>
                <a:spcPts val="0"/>
              </a:spcBef>
              <a:spcAft>
                <a:spcPts val="0"/>
              </a:spcAft>
              <a:buSzPts val="1200"/>
              <a:buNone/>
            </a:pPr>
            <a:r>
              <a:t/>
            </a:r>
            <a:endParaRPr b="1" sz="1300"/>
          </a:p>
        </p:txBody>
      </p:sp>
      <p:pic>
        <p:nvPicPr>
          <p:cNvPr id="2612" name="Google Shape;2612;g2d07a28d687_0_45"/>
          <p:cNvPicPr preferRelativeResize="0"/>
          <p:nvPr/>
        </p:nvPicPr>
        <p:blipFill rotWithShape="1">
          <a:blip r:embed="rId3">
            <a:alphaModFix/>
          </a:blip>
          <a:srcRect b="0" l="0" r="0" t="0"/>
          <a:stretch/>
        </p:blipFill>
        <p:spPr>
          <a:xfrm>
            <a:off x="1382749" y="2919975"/>
            <a:ext cx="2362726" cy="2118851"/>
          </a:xfrm>
          <a:prstGeom prst="rect">
            <a:avLst/>
          </a:prstGeom>
          <a:noFill/>
          <a:ln>
            <a:noFill/>
          </a:ln>
        </p:spPr>
      </p:pic>
      <p:sp>
        <p:nvSpPr>
          <p:cNvPr id="2613" name="Google Shape;2613;g2d07a28d687_0_45"/>
          <p:cNvSpPr txBox="1"/>
          <p:nvPr/>
        </p:nvSpPr>
        <p:spPr>
          <a:xfrm>
            <a:off x="4111800" y="3154875"/>
            <a:ext cx="4037100" cy="140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FF00"/>
                </a:solidFill>
                <a:latin typeface="Assistant"/>
                <a:ea typeface="Assistant"/>
                <a:cs typeface="Assistant"/>
                <a:sym typeface="Assistant"/>
              </a:rPr>
              <a:t>VP : </a:t>
            </a:r>
            <a:r>
              <a:rPr b="0" i="0" lang="en" sz="1300" u="none" cap="none" strike="noStrike">
                <a:solidFill>
                  <a:schemeClr val="dk1"/>
                </a:solidFill>
                <a:latin typeface="Assistant"/>
                <a:ea typeface="Assistant"/>
                <a:cs typeface="Assistant"/>
                <a:sym typeface="Assistant"/>
              </a:rPr>
              <a:t>50 (le modèle a correctement identifié 50 spams)</a:t>
            </a:r>
            <a:endParaRPr b="0" i="0" sz="1300" u="none" cap="none" strike="noStrike">
              <a:solidFill>
                <a:schemeClr val="dk1"/>
              </a:solidFill>
              <a:latin typeface="Assistant"/>
              <a:ea typeface="Assistant"/>
              <a:cs typeface="Assistant"/>
              <a:sym typeface="Assistant"/>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0000"/>
                </a:solidFill>
                <a:latin typeface="Assistant"/>
                <a:ea typeface="Assistant"/>
                <a:cs typeface="Assistant"/>
                <a:sym typeface="Assistant"/>
              </a:rPr>
              <a:t>FP : </a:t>
            </a:r>
            <a:r>
              <a:rPr b="0" i="0" lang="en" sz="1300" u="none" cap="none" strike="noStrike">
                <a:solidFill>
                  <a:schemeClr val="dk1"/>
                </a:solidFill>
                <a:latin typeface="Assistant"/>
                <a:ea typeface="Assistant"/>
                <a:cs typeface="Assistant"/>
                <a:sym typeface="Assistant"/>
              </a:rPr>
              <a:t>10 (le modèle a incorrectement marqué 10 emails normaux comme spams)</a:t>
            </a:r>
            <a:endParaRPr b="0" i="0" sz="1300" u="none" cap="none" strike="noStrike">
              <a:solidFill>
                <a:schemeClr val="dk1"/>
              </a:solidFill>
              <a:latin typeface="Assistant"/>
              <a:ea typeface="Assistant"/>
              <a:cs typeface="Assistant"/>
              <a:sym typeface="Assistant"/>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FF00"/>
                </a:solidFill>
                <a:latin typeface="Assistant"/>
                <a:ea typeface="Assistant"/>
                <a:cs typeface="Assistant"/>
                <a:sym typeface="Assistant"/>
              </a:rPr>
              <a:t>VN :</a:t>
            </a:r>
            <a:r>
              <a:rPr b="0" i="0" lang="en" sz="1300" u="none" cap="none" strike="noStrike">
                <a:solidFill>
                  <a:schemeClr val="dk1"/>
                </a:solidFill>
                <a:latin typeface="Assistant"/>
                <a:ea typeface="Assistant"/>
                <a:cs typeface="Assistant"/>
                <a:sym typeface="Assistant"/>
              </a:rPr>
              <a:t> 40 (le modèle a correctement identifié 40 emails normaux)</a:t>
            </a:r>
            <a:endParaRPr b="0" i="0" sz="1300" u="none" cap="none" strike="noStrike">
              <a:solidFill>
                <a:schemeClr val="dk1"/>
              </a:solidFill>
              <a:latin typeface="Assistant"/>
              <a:ea typeface="Assistant"/>
              <a:cs typeface="Assistant"/>
              <a:sym typeface="Assistant"/>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0000"/>
                </a:solidFill>
                <a:latin typeface="Assistant"/>
                <a:ea typeface="Assistant"/>
                <a:cs typeface="Assistant"/>
                <a:sym typeface="Assistant"/>
              </a:rPr>
              <a:t>FN : </a:t>
            </a:r>
            <a:r>
              <a:rPr b="0" i="0" lang="en" sz="1300" u="none" cap="none" strike="noStrike">
                <a:solidFill>
                  <a:schemeClr val="dk1"/>
                </a:solidFill>
                <a:latin typeface="Assistant"/>
                <a:ea typeface="Assistant"/>
                <a:cs typeface="Assistant"/>
                <a:sym typeface="Assistant"/>
              </a:rPr>
              <a:t>5 (le modèle a manqué 5 spams)</a:t>
            </a:r>
            <a:endParaRPr b="0" i="0" sz="1300" u="none" cap="none" strike="noStrike">
              <a:solidFill>
                <a:schemeClr val="dk1"/>
              </a:solidFill>
              <a:latin typeface="Assistant"/>
              <a:ea typeface="Assistant"/>
              <a:cs typeface="Assistant"/>
              <a:sym typeface="Assistant"/>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ssistant"/>
              <a:ea typeface="Assistant"/>
              <a:cs typeface="Assistant"/>
              <a:sym typeface="Assistan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7" name="Shape 2617"/>
        <p:cNvGrpSpPr/>
        <p:nvPr/>
      </p:nvGrpSpPr>
      <p:grpSpPr>
        <a:xfrm>
          <a:off x="0" y="0"/>
          <a:ext cx="0" cy="0"/>
          <a:chOff x="0" y="0"/>
          <a:chExt cx="0" cy="0"/>
        </a:xfrm>
      </p:grpSpPr>
      <p:sp>
        <p:nvSpPr>
          <p:cNvPr id="2618" name="Google Shape;2618;g2d07a28d687_0_56"/>
          <p:cNvSpPr txBox="1"/>
          <p:nvPr>
            <p:ph type="title"/>
          </p:nvPr>
        </p:nvSpPr>
        <p:spPr>
          <a:xfrm>
            <a:off x="333150" y="1039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Spécificité et sensibilité</a:t>
            </a:r>
            <a:endParaRPr sz="2600"/>
          </a:p>
        </p:txBody>
      </p:sp>
      <p:sp>
        <p:nvSpPr>
          <p:cNvPr id="2619" name="Google Shape;2619;g2d07a28d687_0_56"/>
          <p:cNvSpPr txBox="1"/>
          <p:nvPr>
            <p:ph idx="1" type="body"/>
          </p:nvPr>
        </p:nvSpPr>
        <p:spPr>
          <a:xfrm>
            <a:off x="408100" y="77235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200">
                <a:solidFill>
                  <a:schemeClr val="dk2"/>
                </a:solidFill>
              </a:rPr>
              <a:t>Sensibilité (ou Taux de Vrai Positif) :</a:t>
            </a:r>
            <a:endParaRPr b="1" sz="1200">
              <a:solidFill>
                <a:schemeClr val="dk2"/>
              </a:solidFill>
            </a:endParaRPr>
          </a:p>
          <a:p>
            <a:pPr indent="-304800" lvl="0" marL="914400" rtl="0" algn="l">
              <a:lnSpc>
                <a:spcPct val="100000"/>
              </a:lnSpc>
              <a:spcBef>
                <a:spcPts val="0"/>
              </a:spcBef>
              <a:spcAft>
                <a:spcPts val="0"/>
              </a:spcAft>
              <a:buSzPts val="1200"/>
              <a:buChar char="●"/>
            </a:pPr>
            <a:r>
              <a:rPr b="1" lang="en" sz="1200"/>
              <a:t>Définition :</a:t>
            </a:r>
            <a:r>
              <a:rPr lang="en" sz="1200"/>
              <a:t>La proportion de positifs réels qui sont correctement identifiés par le modèle.</a:t>
            </a:r>
            <a:endParaRPr sz="1200"/>
          </a:p>
          <a:p>
            <a:pPr indent="-304800" lvl="0" marL="914400" rtl="0" algn="l">
              <a:lnSpc>
                <a:spcPct val="100000"/>
              </a:lnSpc>
              <a:spcBef>
                <a:spcPts val="0"/>
              </a:spcBef>
              <a:spcAft>
                <a:spcPts val="0"/>
              </a:spcAft>
              <a:buSzPts val="1200"/>
              <a:buChar char="●"/>
            </a:pPr>
            <a:r>
              <a:rPr b="1" lang="en" sz="1200"/>
              <a:t>Importance :</a:t>
            </a:r>
            <a:r>
              <a:rPr lang="en" sz="1200"/>
              <a:t>Indique l'efficacité du modèle à détecter les cas positifs. Très important dans des domaines où manquer un cas positif peut avoir des conséquences graves (ex : diagnostic médical).</a:t>
            </a:r>
            <a:endParaRPr sz="1200"/>
          </a:p>
          <a:p>
            <a:pPr indent="0" lvl="0" marL="0" rtl="0" algn="l">
              <a:lnSpc>
                <a:spcPct val="100000"/>
              </a:lnSpc>
              <a:spcBef>
                <a:spcPts val="0"/>
              </a:spcBef>
              <a:spcAft>
                <a:spcPts val="0"/>
              </a:spcAft>
              <a:buSzPts val="1200"/>
              <a:buNone/>
            </a:pPr>
            <a:r>
              <a:t/>
            </a:r>
            <a:endParaRPr sz="1200"/>
          </a:p>
          <a:p>
            <a:pPr indent="0" lvl="0" marL="0" rtl="0" algn="l">
              <a:lnSpc>
                <a:spcPct val="100000"/>
              </a:lnSpc>
              <a:spcBef>
                <a:spcPts val="0"/>
              </a:spcBef>
              <a:spcAft>
                <a:spcPts val="0"/>
              </a:spcAft>
              <a:buSzPts val="1200"/>
              <a:buNone/>
            </a:pPr>
            <a:r>
              <a:rPr b="1" lang="en" sz="1200">
                <a:solidFill>
                  <a:schemeClr val="dk2"/>
                </a:solidFill>
              </a:rPr>
              <a:t>Spécificité (ou Taux de Vrai Négatif) :</a:t>
            </a:r>
            <a:endParaRPr b="1" sz="1200">
              <a:solidFill>
                <a:schemeClr val="dk2"/>
              </a:solidFill>
            </a:endParaRPr>
          </a:p>
          <a:p>
            <a:pPr indent="-304800" lvl="0" marL="914400" rtl="0" algn="l">
              <a:lnSpc>
                <a:spcPct val="100000"/>
              </a:lnSpc>
              <a:spcBef>
                <a:spcPts val="0"/>
              </a:spcBef>
              <a:spcAft>
                <a:spcPts val="0"/>
              </a:spcAft>
              <a:buSzPts val="1200"/>
              <a:buChar char="●"/>
            </a:pPr>
            <a:r>
              <a:rPr b="1" lang="en" sz="1200"/>
              <a:t>Définition :</a:t>
            </a:r>
            <a:r>
              <a:rPr lang="en" sz="1200"/>
              <a:t> La proportion de négatifs réels qui sont correctement identifiés par le modèle.</a:t>
            </a:r>
            <a:endParaRPr sz="1200"/>
          </a:p>
          <a:p>
            <a:pPr indent="-304800" lvl="0" marL="914400" rtl="0" algn="l">
              <a:lnSpc>
                <a:spcPct val="100000"/>
              </a:lnSpc>
              <a:spcBef>
                <a:spcPts val="0"/>
              </a:spcBef>
              <a:spcAft>
                <a:spcPts val="0"/>
              </a:spcAft>
              <a:buSzPts val="1200"/>
              <a:buChar char="●"/>
            </a:pPr>
            <a:r>
              <a:rPr b="1" lang="en" sz="1200"/>
              <a:t>Importance :</a:t>
            </a:r>
            <a:r>
              <a:rPr lang="en" sz="1200"/>
              <a:t> Mesure l'habileté du modèle à identifier correctement les non-cas. Crucial dans les situations où les fausses alarmes sont coûteuses (ex : sécurité).</a:t>
            </a:r>
            <a:endParaRPr sz="1200"/>
          </a:p>
          <a:p>
            <a:pPr indent="0" lvl="0" marL="0" rtl="0" algn="l">
              <a:lnSpc>
                <a:spcPct val="100000"/>
              </a:lnSpc>
              <a:spcBef>
                <a:spcPts val="0"/>
              </a:spcBef>
              <a:spcAft>
                <a:spcPts val="0"/>
              </a:spcAft>
              <a:buSzPts val="1200"/>
              <a:buNone/>
            </a:pPr>
            <a:r>
              <a:t/>
            </a:r>
            <a:endParaRPr/>
          </a:p>
        </p:txBody>
      </p:sp>
      <p:pic>
        <p:nvPicPr>
          <p:cNvPr id="2620" name="Google Shape;2620;g2d07a28d687_0_56"/>
          <p:cNvPicPr preferRelativeResize="0"/>
          <p:nvPr/>
        </p:nvPicPr>
        <p:blipFill rotWithShape="1">
          <a:blip r:embed="rId3">
            <a:alphaModFix/>
          </a:blip>
          <a:srcRect b="0" l="0" r="0" t="0"/>
          <a:stretch/>
        </p:blipFill>
        <p:spPr>
          <a:xfrm>
            <a:off x="2317575" y="2648850"/>
            <a:ext cx="4201499" cy="2368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4" name="Shape 2624"/>
        <p:cNvGrpSpPr/>
        <p:nvPr/>
      </p:nvGrpSpPr>
      <p:grpSpPr>
        <a:xfrm>
          <a:off x="0" y="0"/>
          <a:ext cx="0" cy="0"/>
          <a:chOff x="0" y="0"/>
          <a:chExt cx="0" cy="0"/>
        </a:xfrm>
      </p:grpSpPr>
      <p:sp>
        <p:nvSpPr>
          <p:cNvPr id="2625" name="Google Shape;2625;g2d07a28d687_0_68"/>
          <p:cNvSpPr txBox="1"/>
          <p:nvPr>
            <p:ph type="title"/>
          </p:nvPr>
        </p:nvSpPr>
        <p:spPr>
          <a:xfrm>
            <a:off x="333150" y="52325"/>
            <a:ext cx="8477700" cy="6057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ROC et AUC</a:t>
            </a:r>
            <a:endParaRPr sz="2600"/>
          </a:p>
        </p:txBody>
      </p:sp>
      <p:sp>
        <p:nvSpPr>
          <p:cNvPr id="2626" name="Google Shape;2626;g2d07a28d687_0_68"/>
          <p:cNvSpPr txBox="1"/>
          <p:nvPr>
            <p:ph idx="1" type="body"/>
          </p:nvPr>
        </p:nvSpPr>
        <p:spPr>
          <a:xfrm>
            <a:off x="333150" y="658025"/>
            <a:ext cx="8039700" cy="28311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b="1" lang="en" sz="1200">
                <a:solidFill>
                  <a:schemeClr val="dk2"/>
                </a:solidFill>
              </a:rPr>
              <a:t>ROC (Receiver Operating Characteristic) : </a:t>
            </a:r>
            <a:r>
              <a:rPr lang="en" sz="1200"/>
              <a:t>Un graphique qui illustre la capacité diagnostique d'un classificateur binaire à mesure que son seuil de discrimination varie.</a:t>
            </a:r>
            <a:endParaRPr sz="1200"/>
          </a:p>
          <a:p>
            <a:pPr indent="-304800" lvl="1" marL="914400" rtl="0" algn="l">
              <a:lnSpc>
                <a:spcPct val="115000"/>
              </a:lnSpc>
              <a:spcBef>
                <a:spcPts val="0"/>
              </a:spcBef>
              <a:spcAft>
                <a:spcPts val="0"/>
              </a:spcAft>
              <a:buSzPts val="1200"/>
              <a:buChar char="○"/>
            </a:pPr>
            <a:r>
              <a:rPr b="1" lang="en"/>
              <a:t>Axe des abscisses :</a:t>
            </a:r>
            <a:r>
              <a:rPr lang="en"/>
              <a:t> Taux de Faux Positifs (1 - Spécificité).</a:t>
            </a:r>
            <a:endParaRPr/>
          </a:p>
          <a:p>
            <a:pPr indent="-304800" lvl="1" marL="914400" rtl="0" algn="l">
              <a:lnSpc>
                <a:spcPct val="115000"/>
              </a:lnSpc>
              <a:spcBef>
                <a:spcPts val="0"/>
              </a:spcBef>
              <a:spcAft>
                <a:spcPts val="0"/>
              </a:spcAft>
              <a:buSzPts val="1200"/>
              <a:buChar char="○"/>
            </a:pPr>
            <a:r>
              <a:rPr b="1" lang="en"/>
              <a:t>Axe des ordonnées :</a:t>
            </a:r>
            <a:r>
              <a:rPr lang="en"/>
              <a:t> Taux de Vrai Positifs (Sensibilité).</a:t>
            </a:r>
            <a:endParaRPr/>
          </a:p>
          <a:p>
            <a:pPr indent="-304800" lvl="0" marL="457200" rtl="0" algn="l">
              <a:lnSpc>
                <a:spcPct val="100000"/>
              </a:lnSpc>
              <a:spcBef>
                <a:spcPts val="0"/>
              </a:spcBef>
              <a:spcAft>
                <a:spcPts val="0"/>
              </a:spcAft>
              <a:buSzPts val="1200"/>
              <a:buChar char="●"/>
            </a:pPr>
            <a:r>
              <a:rPr b="1" lang="en" sz="1200">
                <a:solidFill>
                  <a:schemeClr val="dk2"/>
                </a:solidFill>
              </a:rPr>
              <a:t>Usage </a:t>
            </a:r>
            <a:r>
              <a:rPr lang="en" sz="1200"/>
              <a:t>: Permet de visualiser la performance du modèle à différents seuils, facilitant le choix d'un seuil qui équilibre entre capturer les vrais positifs et éviter les faux positifs.</a:t>
            </a:r>
            <a:endParaRPr sz="1200"/>
          </a:p>
          <a:p>
            <a:pPr indent="-304800" lvl="0" marL="457200" rtl="0" algn="l">
              <a:lnSpc>
                <a:spcPct val="100000"/>
              </a:lnSpc>
              <a:spcBef>
                <a:spcPts val="0"/>
              </a:spcBef>
              <a:spcAft>
                <a:spcPts val="0"/>
              </a:spcAft>
              <a:buSzPts val="1200"/>
              <a:buChar char="●"/>
            </a:pPr>
            <a:r>
              <a:rPr b="1" lang="en" sz="1200">
                <a:solidFill>
                  <a:schemeClr val="dk2"/>
                </a:solidFill>
              </a:rPr>
              <a:t>AUC - Area Under the Curve :</a:t>
            </a:r>
            <a:r>
              <a:rPr lang="en" sz="1200"/>
              <a:t> L'AUC est une mesure quantitative de l'ensemble de la courbe ROC. Plus l'AUC est élevée, meilleure est la performance globale du modèle à discriminer entre les classes positives et négatives. Une AUC de 1.0 représente un modèle parfait, tandis qu'une AUC de 0.5 indique une performance équivalente à une décision aléatoire.</a:t>
            </a:r>
            <a:endParaRPr sz="1200"/>
          </a:p>
          <a:p>
            <a:pPr indent="0" lvl="0" marL="457200" rtl="0" algn="l">
              <a:lnSpc>
                <a:spcPct val="100000"/>
              </a:lnSpc>
              <a:spcBef>
                <a:spcPts val="0"/>
              </a:spcBef>
              <a:spcAft>
                <a:spcPts val="0"/>
              </a:spcAft>
              <a:buSzPts val="1200"/>
              <a:buNone/>
            </a:pPr>
            <a:r>
              <a:t/>
            </a:r>
            <a:endParaRPr b="1" sz="1200"/>
          </a:p>
          <a:p>
            <a:pPr indent="0" lvl="0" marL="457200" rtl="0" algn="l">
              <a:lnSpc>
                <a:spcPct val="100000"/>
              </a:lnSpc>
              <a:spcBef>
                <a:spcPts val="0"/>
              </a:spcBef>
              <a:spcAft>
                <a:spcPts val="0"/>
              </a:spcAft>
              <a:buSzPts val="1200"/>
              <a:buNone/>
            </a:pPr>
            <a:r>
              <a:t/>
            </a:r>
            <a:endParaRPr sz="1200"/>
          </a:p>
          <a:p>
            <a:pPr indent="0" lvl="0" marL="457200" rtl="0" algn="l">
              <a:lnSpc>
                <a:spcPct val="100000"/>
              </a:lnSpc>
              <a:spcBef>
                <a:spcPts val="0"/>
              </a:spcBef>
              <a:spcAft>
                <a:spcPts val="0"/>
              </a:spcAft>
              <a:buSzPts val="1200"/>
              <a:buNone/>
            </a:pPr>
            <a:r>
              <a:t/>
            </a:r>
            <a:endParaRPr b="1" sz="1200"/>
          </a:p>
        </p:txBody>
      </p:sp>
      <p:pic>
        <p:nvPicPr>
          <p:cNvPr id="2627" name="Google Shape;2627;g2d07a28d687_0_68"/>
          <p:cNvPicPr preferRelativeResize="0"/>
          <p:nvPr/>
        </p:nvPicPr>
        <p:blipFill rotWithShape="1">
          <a:blip r:embed="rId3">
            <a:alphaModFix/>
          </a:blip>
          <a:srcRect b="0" l="0" r="0" t="0"/>
          <a:stretch/>
        </p:blipFill>
        <p:spPr>
          <a:xfrm>
            <a:off x="2382300" y="2691375"/>
            <a:ext cx="4312325" cy="23837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1" name="Shape 2631"/>
        <p:cNvGrpSpPr/>
        <p:nvPr/>
      </p:nvGrpSpPr>
      <p:grpSpPr>
        <a:xfrm>
          <a:off x="0" y="0"/>
          <a:ext cx="0" cy="0"/>
          <a:chOff x="0" y="0"/>
          <a:chExt cx="0" cy="0"/>
        </a:xfrm>
      </p:grpSpPr>
      <p:sp>
        <p:nvSpPr>
          <p:cNvPr id="2632" name="Google Shape;2632;g2d07a28d687_0_78"/>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ROC et AUC</a:t>
            </a:r>
            <a:endParaRPr sz="2600"/>
          </a:p>
        </p:txBody>
      </p:sp>
      <p:sp>
        <p:nvSpPr>
          <p:cNvPr id="2633" name="Google Shape;2633;g2d07a28d687_0_78"/>
          <p:cNvSpPr txBox="1"/>
          <p:nvPr>
            <p:ph idx="1" type="body"/>
          </p:nvPr>
        </p:nvSpPr>
        <p:spPr>
          <a:xfrm>
            <a:off x="370725" y="752500"/>
            <a:ext cx="8039700" cy="28311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b="1" lang="en" sz="1300">
                <a:solidFill>
                  <a:schemeClr val="dk2"/>
                </a:solidFill>
              </a:rPr>
              <a:t>Variation du Seuil :</a:t>
            </a:r>
            <a:r>
              <a:rPr lang="en" sz="1300">
                <a:solidFill>
                  <a:schemeClr val="dk2"/>
                </a:solidFill>
              </a:rPr>
              <a:t> </a:t>
            </a:r>
            <a:r>
              <a:rPr lang="en" sz="1300"/>
              <a:t>La courbe ROC est générée en calculant TPR et FPR pour différents seuils de décision. Un seuil de décision est la probabilité ou une valeur limite à partir de laquelle les prédictions sont classées comme positives. En modifiant ce seuil, on peut obtenir différents résultats de TPR et FPR.</a:t>
            </a:r>
            <a:endParaRPr sz="1300"/>
          </a:p>
          <a:p>
            <a:pPr indent="0" lvl="0" marL="914400" rtl="0" algn="l">
              <a:lnSpc>
                <a:spcPct val="100000"/>
              </a:lnSpc>
              <a:spcBef>
                <a:spcPts val="0"/>
              </a:spcBef>
              <a:spcAft>
                <a:spcPts val="0"/>
              </a:spcAft>
              <a:buSzPts val="1200"/>
              <a:buNone/>
            </a:pPr>
            <a:r>
              <a:t/>
            </a:r>
            <a:endParaRPr sz="1300"/>
          </a:p>
          <a:p>
            <a:pPr indent="-311150" lvl="0" marL="457200" rtl="0" algn="l">
              <a:lnSpc>
                <a:spcPct val="100000"/>
              </a:lnSpc>
              <a:spcBef>
                <a:spcPts val="0"/>
              </a:spcBef>
              <a:spcAft>
                <a:spcPts val="0"/>
              </a:spcAft>
              <a:buSzPts val="1300"/>
              <a:buChar char="●"/>
            </a:pPr>
            <a:r>
              <a:rPr b="1" lang="en" sz="1300">
                <a:solidFill>
                  <a:schemeClr val="dk2"/>
                </a:solidFill>
              </a:rPr>
              <a:t>Analyse de la Courbe :</a:t>
            </a:r>
            <a:r>
              <a:rPr b="1" lang="en" sz="1300"/>
              <a:t> </a:t>
            </a:r>
            <a:r>
              <a:rPr lang="en" sz="1300"/>
              <a:t>La courbe elle-même est un graphique du TPR contre le FPR pour chaque seuil possible. Elle commence à (0,0), où le seuil est à son maximum (aucun positif n'est prédit), et se déplace vers (1,1) à mesure que le seuil diminue (tous les cas sont prédits comme positifs).</a:t>
            </a:r>
            <a:endParaRPr sz="1300"/>
          </a:p>
          <a:p>
            <a:pPr indent="0" lvl="0" marL="91440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b="1" sz="1300"/>
          </a:p>
        </p:txBody>
      </p:sp>
      <p:pic>
        <p:nvPicPr>
          <p:cNvPr id="2634" name="Google Shape;2634;g2d07a28d687_0_78"/>
          <p:cNvPicPr preferRelativeResize="0"/>
          <p:nvPr/>
        </p:nvPicPr>
        <p:blipFill rotWithShape="1">
          <a:blip r:embed="rId3">
            <a:alphaModFix/>
          </a:blip>
          <a:srcRect b="0" l="0" r="0" t="0"/>
          <a:stretch/>
        </p:blipFill>
        <p:spPr>
          <a:xfrm>
            <a:off x="3058455" y="2308231"/>
            <a:ext cx="3221425" cy="243229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8" name="Shape 2638"/>
        <p:cNvGrpSpPr/>
        <p:nvPr/>
      </p:nvGrpSpPr>
      <p:grpSpPr>
        <a:xfrm>
          <a:off x="0" y="0"/>
          <a:ext cx="0" cy="0"/>
          <a:chOff x="0" y="0"/>
          <a:chExt cx="0" cy="0"/>
        </a:xfrm>
      </p:grpSpPr>
      <p:sp>
        <p:nvSpPr>
          <p:cNvPr id="2639" name="Google Shape;2639;g2d0dcd46d59_1_0"/>
          <p:cNvSpPr/>
          <p:nvPr/>
        </p:nvSpPr>
        <p:spPr>
          <a:xfrm>
            <a:off x="3839250" y="955975"/>
            <a:ext cx="1465500" cy="13104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40" name="Google Shape;2640;g2d0dcd46d59_1_0"/>
          <p:cNvSpPr txBox="1"/>
          <p:nvPr>
            <p:ph type="title"/>
          </p:nvPr>
        </p:nvSpPr>
        <p:spPr>
          <a:xfrm>
            <a:off x="978475" y="2955700"/>
            <a:ext cx="71562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5000"/>
              <a:t>Test statistique</a:t>
            </a:r>
            <a:endParaRPr sz="5000"/>
          </a:p>
        </p:txBody>
      </p:sp>
      <p:sp>
        <p:nvSpPr>
          <p:cNvPr id="2641" name="Google Shape;2641;g2d0dcd46d59_1_0"/>
          <p:cNvSpPr txBox="1"/>
          <p:nvPr>
            <p:ph idx="2" type="title"/>
          </p:nvPr>
        </p:nvSpPr>
        <p:spPr>
          <a:xfrm>
            <a:off x="3912925" y="1190275"/>
            <a:ext cx="12873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06</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5" name="Shape 2645"/>
        <p:cNvGrpSpPr/>
        <p:nvPr/>
      </p:nvGrpSpPr>
      <p:grpSpPr>
        <a:xfrm>
          <a:off x="0" y="0"/>
          <a:ext cx="0" cy="0"/>
          <a:chOff x="0" y="0"/>
          <a:chExt cx="0" cy="0"/>
        </a:xfrm>
      </p:grpSpPr>
      <p:sp>
        <p:nvSpPr>
          <p:cNvPr id="2646" name="Google Shape;2646;g2d0dcd46d59_1_6"/>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Hypothèse nulle / hypothèse alternative</a:t>
            </a:r>
            <a:endParaRPr sz="2600"/>
          </a:p>
        </p:txBody>
      </p:sp>
      <p:sp>
        <p:nvSpPr>
          <p:cNvPr id="2647" name="Google Shape;2647;g2d0dcd46d59_1_6"/>
          <p:cNvSpPr txBox="1"/>
          <p:nvPr>
            <p:ph idx="1" type="body"/>
          </p:nvPr>
        </p:nvSpPr>
        <p:spPr>
          <a:xfrm>
            <a:off x="400425" y="1042125"/>
            <a:ext cx="8039700" cy="2831100"/>
          </a:xfrm>
          <a:prstGeom prst="rect">
            <a:avLst/>
          </a:prstGeom>
          <a:noFill/>
          <a:ln>
            <a:noFill/>
          </a:ln>
        </p:spPr>
        <p:txBody>
          <a:bodyPr anchorCtr="0" anchor="t" bIns="91425" lIns="91425" spcFirstLastPara="1" rIns="91425" wrap="square" tIns="91425">
            <a:noAutofit/>
          </a:bodyPr>
          <a:lstStyle/>
          <a:p>
            <a:pPr indent="-311150" lvl="0" marL="914400" rtl="0" algn="l">
              <a:lnSpc>
                <a:spcPct val="100000"/>
              </a:lnSpc>
              <a:spcBef>
                <a:spcPts val="0"/>
              </a:spcBef>
              <a:spcAft>
                <a:spcPts val="0"/>
              </a:spcAft>
              <a:buClr>
                <a:schemeClr val="dk2"/>
              </a:buClr>
              <a:buSzPts val="1300"/>
              <a:buChar char="●"/>
            </a:pPr>
            <a:r>
              <a:rPr b="1" lang="en" sz="1300">
                <a:solidFill>
                  <a:schemeClr val="dk2"/>
                </a:solidFill>
              </a:rPr>
              <a:t>Définition des Hypothèses:</a:t>
            </a:r>
            <a:endParaRPr b="1" sz="1300">
              <a:solidFill>
                <a:schemeClr val="dk2"/>
              </a:solidFill>
            </a:endParaRPr>
          </a:p>
          <a:p>
            <a:pPr indent="-311150" lvl="1" marL="1371600" rtl="0" algn="l">
              <a:lnSpc>
                <a:spcPct val="115000"/>
              </a:lnSpc>
              <a:spcBef>
                <a:spcPts val="0"/>
              </a:spcBef>
              <a:spcAft>
                <a:spcPts val="0"/>
              </a:spcAft>
              <a:buSzPts val="1300"/>
              <a:buChar char="○"/>
            </a:pPr>
            <a:r>
              <a:rPr b="1" lang="en" sz="1300">
                <a:solidFill>
                  <a:schemeClr val="dk2"/>
                </a:solidFill>
              </a:rPr>
              <a:t>Hypothèse Nulle (H0):</a:t>
            </a:r>
            <a:r>
              <a:rPr b="1" lang="en" sz="1300"/>
              <a:t> Proposition qui stipule qu'il n'y a pas de différence significative ou de relation entre les groupes ou variables. Par exemple, "Il n'y a pas de différence dans les moyennes des performances entre les groupes A et B."</a:t>
            </a:r>
            <a:endParaRPr b="1" sz="1300"/>
          </a:p>
          <a:p>
            <a:pPr indent="-311150" lvl="1" marL="1371600" rtl="0" algn="l">
              <a:lnSpc>
                <a:spcPct val="115000"/>
              </a:lnSpc>
              <a:spcBef>
                <a:spcPts val="0"/>
              </a:spcBef>
              <a:spcAft>
                <a:spcPts val="0"/>
              </a:spcAft>
              <a:buSzPts val="1300"/>
              <a:buChar char="○"/>
            </a:pPr>
            <a:r>
              <a:rPr b="1" lang="en" sz="1300">
                <a:solidFill>
                  <a:schemeClr val="dk2"/>
                </a:solidFill>
              </a:rPr>
              <a:t>Hypothèse Alternative (H1 ou Ha):</a:t>
            </a:r>
            <a:r>
              <a:rPr b="1" lang="en" sz="1300"/>
              <a:t> Proposition qui contredit l'hypothèse nulle. Elle est considérée si l'hypothèse nulle est rejetée. Exemple: "Il existe une différence significative entre les moyennes des performances des groupes A et B."</a:t>
            </a:r>
            <a:endParaRPr b="1" sz="1300"/>
          </a:p>
          <a:p>
            <a:pPr indent="0" lvl="0" marL="1371600" rtl="0" algn="l">
              <a:lnSpc>
                <a:spcPct val="100000"/>
              </a:lnSpc>
              <a:spcBef>
                <a:spcPts val="0"/>
              </a:spcBef>
              <a:spcAft>
                <a:spcPts val="0"/>
              </a:spcAft>
              <a:buSzPts val="1200"/>
              <a:buNone/>
            </a:pPr>
            <a:r>
              <a:t/>
            </a:r>
            <a:endParaRPr b="1" sz="1300"/>
          </a:p>
          <a:p>
            <a:pPr indent="-311150" lvl="0" marL="914400" rtl="0" algn="l">
              <a:lnSpc>
                <a:spcPct val="100000"/>
              </a:lnSpc>
              <a:spcBef>
                <a:spcPts val="0"/>
              </a:spcBef>
              <a:spcAft>
                <a:spcPts val="0"/>
              </a:spcAft>
              <a:buClr>
                <a:schemeClr val="dk2"/>
              </a:buClr>
              <a:buSzPts val="1300"/>
              <a:buChar char="●"/>
            </a:pPr>
            <a:r>
              <a:rPr b="1" lang="en" sz="1300">
                <a:solidFill>
                  <a:schemeClr val="dk2"/>
                </a:solidFill>
              </a:rPr>
              <a:t>Rôle dans le Test Statistique:</a:t>
            </a:r>
            <a:endParaRPr b="1" sz="1300">
              <a:solidFill>
                <a:schemeClr val="dk2"/>
              </a:solidFill>
            </a:endParaRPr>
          </a:p>
          <a:p>
            <a:pPr indent="-311150" lvl="1" marL="1371600" rtl="0" algn="l">
              <a:lnSpc>
                <a:spcPct val="115000"/>
              </a:lnSpc>
              <a:spcBef>
                <a:spcPts val="0"/>
              </a:spcBef>
              <a:spcAft>
                <a:spcPts val="0"/>
              </a:spcAft>
              <a:buSzPts val="1300"/>
              <a:buChar char="○"/>
            </a:pPr>
            <a:r>
              <a:rPr b="1" lang="en" sz="1300"/>
              <a:t>Le test statistique est conçu pour évaluer la probabilité que l'hypothèse nulle soit vraie.</a:t>
            </a:r>
            <a:endParaRPr b="1" sz="1300"/>
          </a:p>
          <a:p>
            <a:pPr indent="-311150" lvl="1" marL="1371600" rtl="0" algn="l">
              <a:lnSpc>
                <a:spcPct val="115000"/>
              </a:lnSpc>
              <a:spcBef>
                <a:spcPts val="0"/>
              </a:spcBef>
              <a:spcAft>
                <a:spcPts val="0"/>
              </a:spcAft>
              <a:buSzPts val="1300"/>
              <a:buChar char="○"/>
            </a:pPr>
            <a:r>
              <a:rPr b="1" lang="en" sz="1300"/>
              <a:t>Si les données fournissent suffisamment de preuves contre H0, nous la rejetons en faveur de Ha.</a:t>
            </a:r>
            <a:endParaRPr b="1" sz="1300"/>
          </a:p>
          <a:p>
            <a:pPr indent="-311150" lvl="0" marL="457200" rtl="0" algn="l">
              <a:lnSpc>
                <a:spcPct val="100000"/>
              </a:lnSpc>
              <a:spcBef>
                <a:spcPts val="0"/>
              </a:spcBef>
              <a:spcAft>
                <a:spcPts val="0"/>
              </a:spcAft>
              <a:buClr>
                <a:schemeClr val="dk2"/>
              </a:buClr>
              <a:buSzPts val="1300"/>
              <a:buChar char="●"/>
            </a:pPr>
            <a:r>
              <a:t/>
            </a:r>
            <a:endParaRPr b="1" sz="1300">
              <a:solidFill>
                <a:schemeClr val="dk2"/>
              </a:solidFill>
            </a:endParaRPr>
          </a:p>
          <a:p>
            <a:pPr indent="0" lvl="0" marL="45720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b="1" sz="13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1" name="Shape 2651"/>
        <p:cNvGrpSpPr/>
        <p:nvPr/>
      </p:nvGrpSpPr>
      <p:grpSpPr>
        <a:xfrm>
          <a:off x="0" y="0"/>
          <a:ext cx="0" cy="0"/>
          <a:chOff x="0" y="0"/>
          <a:chExt cx="0" cy="0"/>
        </a:xfrm>
      </p:grpSpPr>
      <p:sp>
        <p:nvSpPr>
          <p:cNvPr id="2652" name="Google Shape;2652;g2d0dd405f0b_0_62"/>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P value</a:t>
            </a:r>
            <a:endParaRPr sz="2600"/>
          </a:p>
        </p:txBody>
      </p:sp>
      <p:sp>
        <p:nvSpPr>
          <p:cNvPr id="2653" name="Google Shape;2653;g2d0dd405f0b_0_62"/>
          <p:cNvSpPr txBox="1"/>
          <p:nvPr>
            <p:ph idx="1" type="body"/>
          </p:nvPr>
        </p:nvSpPr>
        <p:spPr>
          <a:xfrm>
            <a:off x="400425" y="1042125"/>
            <a:ext cx="8039700" cy="28311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Clr>
                <a:schemeClr val="dk2"/>
              </a:buClr>
              <a:buSzPts val="1300"/>
              <a:buChar char="●"/>
            </a:pPr>
            <a:r>
              <a:rPr b="1" lang="en" sz="1300">
                <a:solidFill>
                  <a:schemeClr val="dk2"/>
                </a:solidFill>
              </a:rPr>
              <a:t>Définition de la Valeur P:</a:t>
            </a:r>
            <a:endParaRPr b="1" sz="1300">
              <a:solidFill>
                <a:schemeClr val="dk2"/>
              </a:solidFill>
            </a:endParaRPr>
          </a:p>
          <a:p>
            <a:pPr indent="-311150" lvl="1" marL="914400" rtl="0" algn="l">
              <a:lnSpc>
                <a:spcPct val="115000"/>
              </a:lnSpc>
              <a:spcBef>
                <a:spcPts val="0"/>
              </a:spcBef>
              <a:spcAft>
                <a:spcPts val="0"/>
              </a:spcAft>
              <a:buSzPts val="1300"/>
              <a:buChar char="○"/>
            </a:pPr>
            <a:r>
              <a:rPr b="1" lang="en" sz="1300"/>
              <a:t>Mesure la probabilité, sous l'hypothèse nulle, d'observer un résultat aussi extrême ou plus extrême que le résultat observé.</a:t>
            </a:r>
            <a:endParaRPr b="1" sz="1300"/>
          </a:p>
          <a:p>
            <a:pPr indent="-311150" lvl="1" marL="914400" rtl="0" algn="l">
              <a:lnSpc>
                <a:spcPct val="115000"/>
              </a:lnSpc>
              <a:spcBef>
                <a:spcPts val="0"/>
              </a:spcBef>
              <a:spcAft>
                <a:spcPts val="0"/>
              </a:spcAft>
              <a:buSzPts val="1300"/>
              <a:buChar char="○"/>
            </a:pPr>
            <a:r>
              <a:rPr b="1" lang="en" sz="1300"/>
              <a:t>Une valeur P basse (&lt; 0.05 souvent) suggère que les observations sont incompatibles avec l'hypothèse nulle.</a:t>
            </a:r>
            <a:endParaRPr b="1" sz="1300"/>
          </a:p>
          <a:p>
            <a:pPr indent="-311150" lvl="0" marL="457200" rtl="0" algn="l">
              <a:lnSpc>
                <a:spcPct val="100000"/>
              </a:lnSpc>
              <a:spcBef>
                <a:spcPts val="0"/>
              </a:spcBef>
              <a:spcAft>
                <a:spcPts val="0"/>
              </a:spcAft>
              <a:buClr>
                <a:schemeClr val="dk2"/>
              </a:buClr>
              <a:buSzPts val="1300"/>
              <a:buChar char="●"/>
            </a:pPr>
            <a:r>
              <a:rPr b="1" lang="en" sz="1300">
                <a:solidFill>
                  <a:schemeClr val="dk2"/>
                </a:solidFill>
              </a:rPr>
              <a:t>Interprétation:</a:t>
            </a:r>
            <a:endParaRPr b="1" sz="1300">
              <a:solidFill>
                <a:schemeClr val="dk2"/>
              </a:solidFill>
            </a:endParaRPr>
          </a:p>
          <a:p>
            <a:pPr indent="-311150" lvl="1" marL="914400" rtl="0" algn="l">
              <a:lnSpc>
                <a:spcPct val="115000"/>
              </a:lnSpc>
              <a:spcBef>
                <a:spcPts val="0"/>
              </a:spcBef>
              <a:spcAft>
                <a:spcPts val="0"/>
              </a:spcAft>
              <a:buSzPts val="1300"/>
              <a:buChar char="○"/>
            </a:pPr>
            <a:r>
              <a:rPr b="1" lang="en" sz="1300"/>
              <a:t>P &lt; 0.05: Rejet de l'hypothèse nulle, suggérant que les résultats sont statistiquement significatifs.</a:t>
            </a:r>
            <a:endParaRPr b="1" sz="1300"/>
          </a:p>
          <a:p>
            <a:pPr indent="-311150" lvl="1" marL="914400" rtl="0" algn="l">
              <a:lnSpc>
                <a:spcPct val="115000"/>
              </a:lnSpc>
              <a:spcBef>
                <a:spcPts val="0"/>
              </a:spcBef>
              <a:spcAft>
                <a:spcPts val="0"/>
              </a:spcAft>
              <a:buSzPts val="1300"/>
              <a:buChar char="○"/>
            </a:pPr>
            <a:r>
              <a:rPr b="1" lang="en" sz="1300"/>
              <a:t>P ≥ 0.05: Pas suffisamment de preuves pour rejeter l'hypothèse nulle.</a:t>
            </a:r>
            <a:endParaRPr b="1" sz="1300"/>
          </a:p>
          <a:p>
            <a:pPr indent="-311150" lvl="0" marL="457200" rtl="0" algn="l">
              <a:lnSpc>
                <a:spcPct val="100000"/>
              </a:lnSpc>
              <a:spcBef>
                <a:spcPts val="0"/>
              </a:spcBef>
              <a:spcAft>
                <a:spcPts val="0"/>
              </a:spcAft>
              <a:buClr>
                <a:schemeClr val="dk2"/>
              </a:buClr>
              <a:buSzPts val="1300"/>
              <a:buChar char="●"/>
            </a:pPr>
            <a:r>
              <a:rPr b="1" lang="en" sz="1300">
                <a:solidFill>
                  <a:schemeClr val="dk2"/>
                </a:solidFill>
              </a:rPr>
              <a:t>Mises en garde et Utilisation Correcte:</a:t>
            </a:r>
            <a:endParaRPr b="1" sz="1300">
              <a:solidFill>
                <a:schemeClr val="dk2"/>
              </a:solidFill>
            </a:endParaRPr>
          </a:p>
          <a:p>
            <a:pPr indent="-311150" lvl="1" marL="914400" rtl="0" algn="l">
              <a:lnSpc>
                <a:spcPct val="115000"/>
              </a:lnSpc>
              <a:spcBef>
                <a:spcPts val="0"/>
              </a:spcBef>
              <a:spcAft>
                <a:spcPts val="0"/>
              </a:spcAft>
              <a:buSzPts val="1300"/>
              <a:buChar char="○"/>
            </a:pPr>
            <a:r>
              <a:rPr b="1" lang="en" sz="1300"/>
              <a:t>La valeur P ne mesure pas la taille de l'effet ni la pertinence pratique des résultats.</a:t>
            </a:r>
            <a:endParaRPr b="1" sz="1300"/>
          </a:p>
          <a:p>
            <a:pPr indent="-311150" lvl="1" marL="914400" rtl="0" algn="l">
              <a:lnSpc>
                <a:spcPct val="115000"/>
              </a:lnSpc>
              <a:spcBef>
                <a:spcPts val="0"/>
              </a:spcBef>
              <a:spcAft>
                <a:spcPts val="0"/>
              </a:spcAft>
              <a:buSzPts val="1300"/>
              <a:buChar char="○"/>
            </a:pPr>
            <a:r>
              <a:rPr b="1" lang="en" sz="1300"/>
              <a:t>Ne pas "p-hacker" : éviter de manipuler les données pour obtenir une valeur P faible.</a:t>
            </a:r>
            <a:endParaRPr b="1" sz="1300"/>
          </a:p>
          <a:p>
            <a:pPr indent="-311150" lvl="0" marL="457200" rtl="0" algn="l">
              <a:lnSpc>
                <a:spcPct val="100000"/>
              </a:lnSpc>
              <a:spcBef>
                <a:spcPts val="0"/>
              </a:spcBef>
              <a:spcAft>
                <a:spcPts val="0"/>
              </a:spcAft>
              <a:buClr>
                <a:schemeClr val="dk2"/>
              </a:buClr>
              <a:buSzPts val="1300"/>
              <a:buChar char="●"/>
            </a:pPr>
            <a:r>
              <a:t/>
            </a:r>
            <a:endParaRPr b="1" sz="1300">
              <a:solidFill>
                <a:schemeClr val="dk2"/>
              </a:solidFill>
            </a:endParaRPr>
          </a:p>
          <a:p>
            <a:pPr indent="0" lvl="0" marL="45720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b="1" sz="13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7" name="Shape 2657"/>
        <p:cNvGrpSpPr/>
        <p:nvPr/>
      </p:nvGrpSpPr>
      <p:grpSpPr>
        <a:xfrm>
          <a:off x="0" y="0"/>
          <a:ext cx="0" cy="0"/>
          <a:chOff x="0" y="0"/>
          <a:chExt cx="0" cy="0"/>
        </a:xfrm>
      </p:grpSpPr>
      <p:sp>
        <p:nvSpPr>
          <p:cNvPr id="2658" name="Google Shape;2658;g2d0dd405f0b_0_55"/>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T-test</a:t>
            </a:r>
            <a:endParaRPr sz="2600"/>
          </a:p>
        </p:txBody>
      </p:sp>
      <p:sp>
        <p:nvSpPr>
          <p:cNvPr id="2659" name="Google Shape;2659;g2d0dd405f0b_0_55"/>
          <p:cNvSpPr txBox="1"/>
          <p:nvPr>
            <p:ph idx="1" type="body"/>
          </p:nvPr>
        </p:nvSpPr>
        <p:spPr>
          <a:xfrm>
            <a:off x="333150" y="668325"/>
            <a:ext cx="8039700" cy="28311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200"/>
              <a:buNone/>
            </a:pPr>
            <a:r>
              <a:rPr b="1" lang="en" sz="1300">
                <a:solidFill>
                  <a:schemeClr val="dk2"/>
                </a:solidFill>
              </a:rPr>
              <a:t>Le t-test </a:t>
            </a:r>
            <a:r>
              <a:rPr b="1" lang="en" sz="1300"/>
              <a:t>est utilisé pour comparer les moyennes de deux groupes, pour évaluer si elles sont significativement différentes l'une de l'autre. Il existe principalement trois types de t-tests :</a:t>
            </a:r>
            <a:endParaRPr b="1" sz="1300"/>
          </a:p>
          <a:p>
            <a:pPr indent="0" lvl="0" marL="457200" rtl="0" algn="l">
              <a:lnSpc>
                <a:spcPct val="100000"/>
              </a:lnSpc>
              <a:spcBef>
                <a:spcPts val="0"/>
              </a:spcBef>
              <a:spcAft>
                <a:spcPts val="0"/>
              </a:spcAft>
              <a:buSzPts val="1200"/>
              <a:buNone/>
            </a:pPr>
            <a:r>
              <a:t/>
            </a:r>
            <a:endParaRPr b="1" sz="1300">
              <a:solidFill>
                <a:schemeClr val="dk2"/>
              </a:solidFill>
            </a:endParaRPr>
          </a:p>
          <a:p>
            <a:pPr indent="-311150" lvl="0" marL="457200" rtl="0" algn="l">
              <a:lnSpc>
                <a:spcPct val="100000"/>
              </a:lnSpc>
              <a:spcBef>
                <a:spcPts val="0"/>
              </a:spcBef>
              <a:spcAft>
                <a:spcPts val="0"/>
              </a:spcAft>
              <a:buSzPts val="1300"/>
              <a:buChar char="●"/>
            </a:pPr>
            <a:r>
              <a:rPr b="1" lang="en" sz="1300">
                <a:solidFill>
                  <a:schemeClr val="dk2"/>
                </a:solidFill>
              </a:rPr>
              <a:t>T-test pour une seule moyenne </a:t>
            </a:r>
            <a:r>
              <a:rPr lang="en" sz="1300"/>
              <a:t>: </a:t>
            </a:r>
            <a:r>
              <a:rPr b="1" lang="en" sz="1300"/>
              <a:t>Compare la moyenne d'un seul groupe à une moyenne connue (souvent théorique).</a:t>
            </a:r>
            <a:endParaRPr b="1" sz="1300">
              <a:solidFill>
                <a:schemeClr val="dk2"/>
              </a:solidFill>
            </a:endParaRPr>
          </a:p>
          <a:p>
            <a:pPr indent="-311150" lvl="0" marL="457200" rtl="0" algn="l">
              <a:lnSpc>
                <a:spcPct val="100000"/>
              </a:lnSpc>
              <a:spcBef>
                <a:spcPts val="0"/>
              </a:spcBef>
              <a:spcAft>
                <a:spcPts val="0"/>
              </a:spcAft>
              <a:buSzPts val="1300"/>
              <a:buChar char="●"/>
            </a:pPr>
            <a:r>
              <a:rPr b="1" lang="en" sz="1300">
                <a:solidFill>
                  <a:schemeClr val="dk2"/>
                </a:solidFill>
              </a:rPr>
              <a:t>T-test indépendant :</a:t>
            </a:r>
            <a:r>
              <a:rPr b="1" lang="en" sz="1300"/>
              <a:t> Compare les moyennes de deux groupes différents. Par exemple, comparer les performances de deux groupes d'étudiants ayant reçu différentes méthodes d'enseignement.</a:t>
            </a:r>
            <a:endParaRPr b="1" sz="1300"/>
          </a:p>
          <a:p>
            <a:pPr indent="-311150" lvl="0" marL="457200" rtl="0" algn="l">
              <a:lnSpc>
                <a:spcPct val="100000"/>
              </a:lnSpc>
              <a:spcBef>
                <a:spcPts val="0"/>
              </a:spcBef>
              <a:spcAft>
                <a:spcPts val="0"/>
              </a:spcAft>
              <a:buSzPts val="1300"/>
              <a:buChar char="●"/>
            </a:pPr>
            <a:r>
              <a:rPr b="1" lang="en" sz="1300">
                <a:solidFill>
                  <a:schemeClr val="dk2"/>
                </a:solidFill>
              </a:rPr>
              <a:t>T-test apparié : </a:t>
            </a:r>
            <a:r>
              <a:rPr b="1" lang="en" sz="1300"/>
              <a:t>Compare les moyennes de deux mesures prises sur le même groupe à des moments différents (par exemple, avant et après un traitement).</a:t>
            </a:r>
            <a:endParaRPr b="1" sz="1300"/>
          </a:p>
          <a:p>
            <a:pPr indent="0" lvl="0" marL="45720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b="1" sz="1300"/>
          </a:p>
        </p:txBody>
      </p:sp>
      <p:pic>
        <p:nvPicPr>
          <p:cNvPr id="2660" name="Google Shape;2660;g2d0dd405f0b_0_55"/>
          <p:cNvPicPr preferRelativeResize="0"/>
          <p:nvPr/>
        </p:nvPicPr>
        <p:blipFill rotWithShape="1">
          <a:blip r:embed="rId3">
            <a:alphaModFix/>
          </a:blip>
          <a:srcRect b="0" l="0" r="0" t="0"/>
          <a:stretch/>
        </p:blipFill>
        <p:spPr>
          <a:xfrm>
            <a:off x="2584999" y="2990400"/>
            <a:ext cx="4066449" cy="20626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4" name="Shape 2664"/>
        <p:cNvGrpSpPr/>
        <p:nvPr/>
      </p:nvGrpSpPr>
      <p:grpSpPr>
        <a:xfrm>
          <a:off x="0" y="0"/>
          <a:ext cx="0" cy="0"/>
          <a:chOff x="0" y="0"/>
          <a:chExt cx="0" cy="0"/>
        </a:xfrm>
      </p:grpSpPr>
      <p:sp>
        <p:nvSpPr>
          <p:cNvPr id="2665" name="Google Shape;2665;g2d0dd405f0b_0_1"/>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T-test</a:t>
            </a:r>
            <a:endParaRPr sz="2600"/>
          </a:p>
        </p:txBody>
      </p:sp>
      <p:sp>
        <p:nvSpPr>
          <p:cNvPr id="2666" name="Google Shape;2666;g2d0dd405f0b_0_1"/>
          <p:cNvSpPr txBox="1"/>
          <p:nvPr>
            <p:ph idx="1" type="body"/>
          </p:nvPr>
        </p:nvSpPr>
        <p:spPr>
          <a:xfrm>
            <a:off x="771150" y="862075"/>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300">
                <a:solidFill>
                  <a:schemeClr val="dk2"/>
                </a:solidFill>
              </a:rPr>
              <a:t>Le t-test</a:t>
            </a:r>
            <a:r>
              <a:rPr lang="en" sz="1300"/>
              <a:t> calcule une statistique de test, </a:t>
            </a:r>
            <a:r>
              <a:rPr b="1" lang="en" sz="1300">
                <a:solidFill>
                  <a:schemeClr val="dk2"/>
                </a:solidFill>
              </a:rPr>
              <a:t>la t-statistique, qui est utilisée pour déterminer si les différences entre les moyennes des deux groupes sont dues au hasard</a:t>
            </a:r>
            <a:r>
              <a:rPr lang="en" sz="1300"/>
              <a:t>. Cette statistique suit </a:t>
            </a:r>
            <a:r>
              <a:rPr b="1" lang="en" sz="1300">
                <a:solidFill>
                  <a:srgbClr val="CFE2F3"/>
                </a:solidFill>
              </a:rPr>
              <a:t>une distribution t sous l'hypothèse nulle que les deux moyennes sont identiques</a:t>
            </a:r>
            <a:r>
              <a:rPr lang="en" sz="1300">
                <a:solidFill>
                  <a:srgbClr val="CFE2F3"/>
                </a:solidFill>
              </a:rPr>
              <a:t>.</a:t>
            </a:r>
            <a:r>
              <a:rPr lang="en" sz="1300"/>
              <a:t> </a:t>
            </a:r>
            <a:endParaRPr sz="1300"/>
          </a:p>
          <a:p>
            <a:pPr indent="0" lvl="0" marL="0" rtl="0" algn="l">
              <a:lnSpc>
                <a:spcPct val="100000"/>
              </a:lnSpc>
              <a:spcBef>
                <a:spcPts val="0"/>
              </a:spcBef>
              <a:spcAft>
                <a:spcPts val="0"/>
              </a:spcAft>
              <a:buSzPts val="1200"/>
              <a:buNone/>
            </a:pPr>
            <a:r>
              <a:rPr b="1" lang="en" sz="1300" u="sng">
                <a:solidFill>
                  <a:schemeClr val="dk2"/>
                </a:solidFill>
              </a:rPr>
              <a:t>La valeur p </a:t>
            </a:r>
            <a:r>
              <a:rPr lang="en" sz="1300"/>
              <a:t>associée nous aide à déterminer si l'on peut rejeter l'hypothèse nulle (c'est-à-dire, accepter que les moyennes sont différentes) </a:t>
            </a:r>
            <a:r>
              <a:rPr b="1" lang="en" sz="1300"/>
              <a:t>à un seuil de signification donné (souvent 0.05)</a:t>
            </a:r>
            <a:r>
              <a:rPr lang="en" sz="1300"/>
              <a:t>.</a:t>
            </a:r>
            <a:endParaRPr sz="1300"/>
          </a:p>
          <a:p>
            <a:pPr indent="0" lvl="0" marL="45720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b="1" sz="1300"/>
          </a:p>
        </p:txBody>
      </p:sp>
      <p:pic>
        <p:nvPicPr>
          <p:cNvPr id="2667" name="Google Shape;2667;g2d0dd405f0b_0_1"/>
          <p:cNvPicPr preferRelativeResize="0"/>
          <p:nvPr/>
        </p:nvPicPr>
        <p:blipFill rotWithShape="1">
          <a:blip r:embed="rId3">
            <a:alphaModFix/>
          </a:blip>
          <a:srcRect b="0" l="0" r="0" t="0"/>
          <a:stretch/>
        </p:blipFill>
        <p:spPr>
          <a:xfrm>
            <a:off x="2409225" y="2198680"/>
            <a:ext cx="4470649" cy="234104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1" name="Shape 2671"/>
        <p:cNvGrpSpPr/>
        <p:nvPr/>
      </p:nvGrpSpPr>
      <p:grpSpPr>
        <a:xfrm>
          <a:off x="0" y="0"/>
          <a:ext cx="0" cy="0"/>
          <a:chOff x="0" y="0"/>
          <a:chExt cx="0" cy="0"/>
        </a:xfrm>
      </p:grpSpPr>
      <p:sp>
        <p:nvSpPr>
          <p:cNvPr id="2672" name="Google Shape;2672;g2d0dd405f0b_0_7"/>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T-test</a:t>
            </a:r>
            <a:endParaRPr sz="2600"/>
          </a:p>
        </p:txBody>
      </p:sp>
      <p:sp>
        <p:nvSpPr>
          <p:cNvPr id="2673" name="Google Shape;2673;g2d0dd405f0b_0_7"/>
          <p:cNvSpPr txBox="1"/>
          <p:nvPr>
            <p:ph idx="1" type="body"/>
          </p:nvPr>
        </p:nvSpPr>
        <p:spPr>
          <a:xfrm>
            <a:off x="771150" y="653375"/>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300">
                <a:solidFill>
                  <a:schemeClr val="dk2"/>
                </a:solidFill>
              </a:rPr>
              <a:t>Comment obtenir la P-value à partir de la statistique T  ? </a:t>
            </a:r>
            <a:endParaRPr b="1" sz="1300">
              <a:solidFill>
                <a:schemeClr val="dk2"/>
              </a:solidFill>
            </a:endParaRPr>
          </a:p>
          <a:p>
            <a:pPr indent="0" lvl="0" marL="0" rtl="0" algn="l">
              <a:lnSpc>
                <a:spcPct val="100000"/>
              </a:lnSpc>
              <a:spcBef>
                <a:spcPts val="0"/>
              </a:spcBef>
              <a:spcAft>
                <a:spcPts val="0"/>
              </a:spcAft>
              <a:buSzPts val="1200"/>
              <a:buNone/>
            </a:pPr>
            <a:r>
              <a:rPr lang="en" sz="1300"/>
              <a:t>La statistique T dans un t-test suit une distribution t de Student.</a:t>
            </a:r>
            <a:endParaRPr sz="1300"/>
          </a:p>
          <a:p>
            <a:pPr indent="0" lvl="0" marL="0" rtl="0" algn="l">
              <a:lnSpc>
                <a:spcPct val="100000"/>
              </a:lnSpc>
              <a:spcBef>
                <a:spcPts val="0"/>
              </a:spcBef>
              <a:spcAft>
                <a:spcPts val="0"/>
              </a:spcAft>
              <a:buSzPts val="1200"/>
              <a:buNone/>
            </a:pPr>
            <a:r>
              <a:rPr b="1" lang="en" sz="1300"/>
              <a:t>La valeur P est calculée en regardant la probabilité que la valeur observée de la statistique T ou une valeur plus extrême se produise, si l'hypothèse nulle est vraie (c'est-à-dire, si les moyennes des deux groupes sont équivalentes).</a:t>
            </a:r>
            <a:endParaRPr b="1" sz="13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rPr lang="en" sz="1300"/>
              <a:t>Il faut connaître : </a:t>
            </a:r>
            <a:endParaRPr sz="1300"/>
          </a:p>
          <a:p>
            <a:pPr indent="-311150" lvl="0" marL="457200" rtl="0" algn="l">
              <a:lnSpc>
                <a:spcPct val="100000"/>
              </a:lnSpc>
              <a:spcBef>
                <a:spcPts val="0"/>
              </a:spcBef>
              <a:spcAft>
                <a:spcPts val="0"/>
              </a:spcAft>
              <a:buSzPts val="1300"/>
              <a:buChar char="●"/>
            </a:pPr>
            <a:r>
              <a:rPr lang="en" sz="1300"/>
              <a:t>Connaître la valeur de la statistique t.</a:t>
            </a:r>
            <a:endParaRPr sz="1300"/>
          </a:p>
          <a:p>
            <a:pPr indent="-311150" lvl="0" marL="457200" rtl="0" algn="l">
              <a:lnSpc>
                <a:spcPct val="100000"/>
              </a:lnSpc>
              <a:spcBef>
                <a:spcPts val="0"/>
              </a:spcBef>
              <a:spcAft>
                <a:spcPts val="0"/>
              </a:spcAft>
              <a:buSzPts val="1300"/>
              <a:buChar char="●"/>
            </a:pPr>
            <a:r>
              <a:rPr lang="en" sz="1300"/>
              <a:t>Connaître le nombre de degrés de liberté associé au test généralement n1 + n2 - 2 où n1 et n2 sont les tailles d’échantillons.</a:t>
            </a:r>
            <a:endParaRPr sz="1300"/>
          </a:p>
          <a:p>
            <a:pPr indent="0" lvl="0" marL="457200" rtl="0" algn="l">
              <a:lnSpc>
                <a:spcPct val="100000"/>
              </a:lnSpc>
              <a:spcBef>
                <a:spcPts val="0"/>
              </a:spcBef>
              <a:spcAft>
                <a:spcPts val="0"/>
              </a:spcAft>
              <a:buSzPts val="1200"/>
              <a:buNone/>
            </a:pPr>
            <a:r>
              <a:t/>
            </a:r>
            <a:endParaRPr b="1" sz="1300"/>
          </a:p>
        </p:txBody>
      </p:sp>
      <p:pic>
        <p:nvPicPr>
          <p:cNvPr id="2674" name="Google Shape;2674;g2d0dd405f0b_0_7"/>
          <p:cNvPicPr preferRelativeResize="0"/>
          <p:nvPr/>
        </p:nvPicPr>
        <p:blipFill rotWithShape="1">
          <a:blip r:embed="rId3">
            <a:alphaModFix/>
          </a:blip>
          <a:srcRect b="0" l="0" r="0" t="0"/>
          <a:stretch/>
        </p:blipFill>
        <p:spPr>
          <a:xfrm>
            <a:off x="1696600" y="2926700"/>
            <a:ext cx="4284200" cy="2142100"/>
          </a:xfrm>
          <a:prstGeom prst="rect">
            <a:avLst/>
          </a:prstGeom>
          <a:noFill/>
          <a:ln>
            <a:noFill/>
          </a:ln>
        </p:spPr>
      </p:pic>
      <p:sp>
        <p:nvSpPr>
          <p:cNvPr id="2675" name="Google Shape;2675;g2d0dd405f0b_0_7"/>
          <p:cNvSpPr txBox="1"/>
          <p:nvPr/>
        </p:nvSpPr>
        <p:spPr>
          <a:xfrm>
            <a:off x="5001450" y="1901075"/>
            <a:ext cx="3035400" cy="33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Assistant"/>
                <a:ea typeface="Assistant"/>
                <a:cs typeface="Assistant"/>
                <a:sym typeface="Assistant"/>
              </a:rPr>
              <a:t>https://maths.cnam.fr/IMG/pdf/Table_de_STUDENT_2_.pdf</a:t>
            </a:r>
            <a:endParaRPr b="0" i="0" sz="900" u="none" cap="none" strike="noStrike">
              <a:solidFill>
                <a:schemeClr val="dk1"/>
              </a:solidFill>
              <a:latin typeface="Assistant"/>
              <a:ea typeface="Assistant"/>
              <a:cs typeface="Assistant"/>
              <a:sym typeface="Assistan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9" name="Shape 2679"/>
        <p:cNvGrpSpPr/>
        <p:nvPr/>
      </p:nvGrpSpPr>
      <p:grpSpPr>
        <a:xfrm>
          <a:off x="0" y="0"/>
          <a:ext cx="0" cy="0"/>
          <a:chOff x="0" y="0"/>
          <a:chExt cx="0" cy="0"/>
        </a:xfrm>
      </p:grpSpPr>
      <p:sp>
        <p:nvSpPr>
          <p:cNvPr id="2680" name="Google Shape;2680;g2d0dd405f0b_0_19"/>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Anova</a:t>
            </a:r>
            <a:endParaRPr sz="2600"/>
          </a:p>
        </p:txBody>
      </p:sp>
      <p:sp>
        <p:nvSpPr>
          <p:cNvPr id="2681" name="Google Shape;2681;g2d0dd405f0b_0_19"/>
          <p:cNvSpPr txBox="1"/>
          <p:nvPr>
            <p:ph idx="1" type="body"/>
          </p:nvPr>
        </p:nvSpPr>
        <p:spPr>
          <a:xfrm>
            <a:off x="512600" y="712550"/>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300">
                <a:solidFill>
                  <a:schemeClr val="dk2"/>
                </a:solidFill>
              </a:rPr>
              <a:t>Le test ANOVA </a:t>
            </a:r>
            <a:r>
              <a:rPr lang="en" sz="1300"/>
              <a:t>examine les variations au sein des groupes et entre les groupes pour déterminer s'il existe des différences significatives. Il calcule la F-statistique :</a:t>
            </a:r>
            <a:endParaRPr sz="1300"/>
          </a:p>
          <a:p>
            <a:pPr indent="0" lvl="0" marL="0" rtl="0" algn="l">
              <a:lnSpc>
                <a:spcPct val="100000"/>
              </a:lnSpc>
              <a:spcBef>
                <a:spcPts val="0"/>
              </a:spcBef>
              <a:spcAft>
                <a:spcPts val="0"/>
              </a:spcAft>
              <a:buSzPts val="1200"/>
              <a:buNone/>
            </a:pPr>
            <a:r>
              <a:t/>
            </a:r>
            <a:endParaRPr sz="1300"/>
          </a:p>
          <a:p>
            <a:pPr indent="-311150" lvl="0" marL="457200" rtl="0" algn="l">
              <a:lnSpc>
                <a:spcPct val="100000"/>
              </a:lnSpc>
              <a:spcBef>
                <a:spcPts val="0"/>
              </a:spcBef>
              <a:spcAft>
                <a:spcPts val="0"/>
              </a:spcAft>
              <a:buSzPts val="1300"/>
              <a:buChar char="●"/>
            </a:pPr>
            <a:r>
              <a:rPr b="1" lang="en" sz="1300">
                <a:solidFill>
                  <a:schemeClr val="dk2"/>
                </a:solidFill>
              </a:rPr>
              <a:t>Variation entre les groupes :</a:t>
            </a:r>
            <a:r>
              <a:rPr lang="en" sz="1300"/>
              <a:t> Combien les moyennes des différents groupes varient par rapport à la moyenne générale.</a:t>
            </a:r>
            <a:endParaRPr sz="1300"/>
          </a:p>
          <a:p>
            <a:pPr indent="-311150" lvl="0" marL="457200" rtl="0" algn="l">
              <a:lnSpc>
                <a:spcPct val="100000"/>
              </a:lnSpc>
              <a:spcBef>
                <a:spcPts val="0"/>
              </a:spcBef>
              <a:spcAft>
                <a:spcPts val="0"/>
              </a:spcAft>
              <a:buSzPts val="1300"/>
              <a:buChar char="●"/>
            </a:pPr>
            <a:r>
              <a:rPr b="1" lang="en" sz="1300">
                <a:solidFill>
                  <a:schemeClr val="dk2"/>
                </a:solidFill>
              </a:rPr>
              <a:t>Variation au sein des groupes : </a:t>
            </a:r>
            <a:r>
              <a:rPr lang="en" sz="1300"/>
              <a:t>La variabilité des observations à l'intérieur d'un même groupe.</a:t>
            </a:r>
            <a:endParaRPr sz="1300"/>
          </a:p>
          <a:p>
            <a:pPr indent="0" lvl="0" marL="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b="1" sz="1300"/>
          </a:p>
        </p:txBody>
      </p:sp>
      <p:pic>
        <p:nvPicPr>
          <p:cNvPr id="2682" name="Google Shape;2682;g2d0dd405f0b_0_19"/>
          <p:cNvPicPr preferRelativeResize="0"/>
          <p:nvPr/>
        </p:nvPicPr>
        <p:blipFill rotWithShape="1">
          <a:blip r:embed="rId3">
            <a:alphaModFix/>
          </a:blip>
          <a:srcRect b="0" l="0" r="0" t="0"/>
          <a:stretch/>
        </p:blipFill>
        <p:spPr>
          <a:xfrm>
            <a:off x="1540050" y="2243550"/>
            <a:ext cx="5412651" cy="249814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6" name="Shape 2686"/>
        <p:cNvGrpSpPr/>
        <p:nvPr/>
      </p:nvGrpSpPr>
      <p:grpSpPr>
        <a:xfrm>
          <a:off x="0" y="0"/>
          <a:ext cx="0" cy="0"/>
          <a:chOff x="0" y="0"/>
          <a:chExt cx="0" cy="0"/>
        </a:xfrm>
      </p:grpSpPr>
      <p:sp>
        <p:nvSpPr>
          <p:cNvPr id="2687" name="Google Shape;2687;g2d0dd405f0b_0_12"/>
          <p:cNvSpPr txBox="1"/>
          <p:nvPr>
            <p:ph type="title"/>
          </p:nvPr>
        </p:nvSpPr>
        <p:spPr>
          <a:xfrm>
            <a:off x="333150" y="193675"/>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Anova</a:t>
            </a:r>
            <a:endParaRPr sz="2600"/>
          </a:p>
        </p:txBody>
      </p:sp>
      <p:sp>
        <p:nvSpPr>
          <p:cNvPr id="2688" name="Google Shape;2688;g2d0dd405f0b_0_12"/>
          <p:cNvSpPr txBox="1"/>
          <p:nvPr>
            <p:ph idx="1" type="body"/>
          </p:nvPr>
        </p:nvSpPr>
        <p:spPr>
          <a:xfrm>
            <a:off x="552150" y="862075"/>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300">
                <a:solidFill>
                  <a:schemeClr val="dk2"/>
                </a:solidFill>
              </a:rPr>
              <a:t>La F-statistique</a:t>
            </a:r>
            <a:r>
              <a:rPr lang="en" sz="1300"/>
              <a:t> est le rapport entre la variance entre les groupes et la variance au sein des groupes. </a:t>
            </a:r>
            <a:endParaRPr sz="1300"/>
          </a:p>
          <a:p>
            <a:pPr indent="0" lvl="0" marL="0" rtl="0" algn="l">
              <a:lnSpc>
                <a:spcPct val="100000"/>
              </a:lnSpc>
              <a:spcBef>
                <a:spcPts val="0"/>
              </a:spcBef>
              <a:spcAft>
                <a:spcPts val="0"/>
              </a:spcAft>
              <a:buSzPts val="1200"/>
              <a:buNone/>
            </a:pPr>
            <a:r>
              <a:rPr b="1" lang="en" sz="1300">
                <a:solidFill>
                  <a:schemeClr val="dk2"/>
                </a:solidFill>
              </a:rPr>
              <a:t>Une grande valeur F</a:t>
            </a:r>
            <a:r>
              <a:rPr lang="en" sz="1300"/>
              <a:t> indique que l</a:t>
            </a:r>
            <a:r>
              <a:rPr b="1" lang="en" sz="1300"/>
              <a:t>a variabilité entre les moyennes des groupes est plus grande que la variabilité à l'intérieur des groupes</a:t>
            </a:r>
            <a:r>
              <a:rPr lang="en" sz="1300"/>
              <a:t>, ce qui suggère que les moyennes des groupes sont significativement différentes. La valeur p associée nous dit si ces différences sont statistiquement significatives.</a:t>
            </a:r>
            <a:endParaRPr sz="1300"/>
          </a:p>
          <a:p>
            <a:pPr indent="0" lvl="0" marL="457200" rtl="0" algn="l">
              <a:lnSpc>
                <a:spcPct val="100000"/>
              </a:lnSpc>
              <a:spcBef>
                <a:spcPts val="0"/>
              </a:spcBef>
              <a:spcAft>
                <a:spcPts val="0"/>
              </a:spcAft>
              <a:buSzPts val="1200"/>
              <a:buNone/>
            </a:pPr>
            <a:r>
              <a:t/>
            </a:r>
            <a:endParaRPr sz="1300"/>
          </a:p>
          <a:p>
            <a:pPr indent="0" lvl="0" marL="457200" rtl="0" algn="l">
              <a:lnSpc>
                <a:spcPct val="100000"/>
              </a:lnSpc>
              <a:spcBef>
                <a:spcPts val="0"/>
              </a:spcBef>
              <a:spcAft>
                <a:spcPts val="0"/>
              </a:spcAft>
              <a:buSzPts val="1200"/>
              <a:buNone/>
            </a:pPr>
            <a:r>
              <a:t/>
            </a:r>
            <a:endParaRPr b="1" sz="1300"/>
          </a:p>
        </p:txBody>
      </p:sp>
      <p:pic>
        <p:nvPicPr>
          <p:cNvPr id="2689" name="Google Shape;2689;g2d0dd405f0b_0_12"/>
          <p:cNvPicPr preferRelativeResize="0"/>
          <p:nvPr/>
        </p:nvPicPr>
        <p:blipFill rotWithShape="1">
          <a:blip r:embed="rId3">
            <a:alphaModFix/>
          </a:blip>
          <a:srcRect b="0" l="0" r="0" t="0"/>
          <a:stretch/>
        </p:blipFill>
        <p:spPr>
          <a:xfrm>
            <a:off x="852800" y="2153075"/>
            <a:ext cx="7438401" cy="1988625"/>
          </a:xfrm>
          <a:prstGeom prst="rect">
            <a:avLst/>
          </a:prstGeom>
          <a:solidFill>
            <a:schemeClr val="dk1"/>
          </a:solid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3" name="Shape 2693"/>
        <p:cNvGrpSpPr/>
        <p:nvPr/>
      </p:nvGrpSpPr>
      <p:grpSpPr>
        <a:xfrm>
          <a:off x="0" y="0"/>
          <a:ext cx="0" cy="0"/>
          <a:chOff x="0" y="0"/>
          <a:chExt cx="0" cy="0"/>
        </a:xfrm>
      </p:grpSpPr>
      <p:sp>
        <p:nvSpPr>
          <p:cNvPr id="2694" name="Google Shape;2694;g2d0dd405f0b_0_36"/>
          <p:cNvSpPr txBox="1"/>
          <p:nvPr>
            <p:ph type="title"/>
          </p:nvPr>
        </p:nvSpPr>
        <p:spPr>
          <a:xfrm>
            <a:off x="333150" y="44150"/>
            <a:ext cx="8477700" cy="668400"/>
          </a:xfrm>
          <a:prstGeom prst="rect">
            <a:avLst/>
          </a:prstGeom>
          <a:noFill/>
          <a:ln>
            <a:noFill/>
          </a:ln>
          <a:effectLst>
            <a:outerShdw blurRad="85725" rotWithShape="0" algn="bl" dist="19050">
              <a:schemeClr val="lt2"/>
            </a:outerShdw>
          </a:effectLst>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400"/>
              <a:buNone/>
            </a:pPr>
            <a:r>
              <a:rPr lang="en" sz="2600"/>
              <a:t>Anova</a:t>
            </a:r>
            <a:endParaRPr sz="2600"/>
          </a:p>
        </p:txBody>
      </p:sp>
      <p:sp>
        <p:nvSpPr>
          <p:cNvPr id="2695" name="Google Shape;2695;g2d0dd405f0b_0_36"/>
          <p:cNvSpPr txBox="1"/>
          <p:nvPr>
            <p:ph idx="1" type="body"/>
          </p:nvPr>
        </p:nvSpPr>
        <p:spPr>
          <a:xfrm>
            <a:off x="771150" y="653375"/>
            <a:ext cx="8039700" cy="28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sz="1300">
                <a:solidFill>
                  <a:schemeClr val="dk2"/>
                </a:solidFill>
              </a:rPr>
              <a:t>Comment obtenir la valeur P à partir de la statistique F ?</a:t>
            </a:r>
            <a:endParaRPr b="1" sz="1300">
              <a:solidFill>
                <a:schemeClr val="dk2"/>
              </a:solidFill>
            </a:endParaRPr>
          </a:p>
          <a:p>
            <a:pPr indent="0" lvl="0" marL="0" rtl="0" algn="l">
              <a:lnSpc>
                <a:spcPct val="100000"/>
              </a:lnSpc>
              <a:spcBef>
                <a:spcPts val="0"/>
              </a:spcBef>
              <a:spcAft>
                <a:spcPts val="0"/>
              </a:spcAft>
              <a:buSzPts val="1200"/>
              <a:buNone/>
            </a:pPr>
            <a:r>
              <a:t/>
            </a:r>
            <a:endParaRPr b="1" sz="1300">
              <a:solidFill>
                <a:schemeClr val="dk2"/>
              </a:solidFill>
            </a:endParaRPr>
          </a:p>
          <a:p>
            <a:pPr indent="0" lvl="0" marL="0" rtl="0" algn="l">
              <a:lnSpc>
                <a:spcPct val="100000"/>
              </a:lnSpc>
              <a:spcBef>
                <a:spcPts val="0"/>
              </a:spcBef>
              <a:spcAft>
                <a:spcPts val="0"/>
              </a:spcAft>
              <a:buSzPts val="1200"/>
              <a:buNone/>
            </a:pPr>
            <a:r>
              <a:rPr lang="en" sz="1300"/>
              <a:t>Pour l'ANOVA, la statistique F suit une distribution F, qui est dépendante de deux paramètres de degrés de liberté : le degré de liberté entre les groupes (k - 1, où k est le nombre de groupes) et le degré de liberté à l'intérieur des groupes (N - k, où N est le nombre total d'observations).</a:t>
            </a:r>
            <a:endParaRPr sz="1300"/>
          </a:p>
          <a:p>
            <a:pPr indent="0" lvl="0" marL="0" rtl="0" algn="l">
              <a:lnSpc>
                <a:spcPct val="100000"/>
              </a:lnSpc>
              <a:spcBef>
                <a:spcPts val="0"/>
              </a:spcBef>
              <a:spcAft>
                <a:spcPts val="0"/>
              </a:spcAft>
              <a:buSzPts val="1200"/>
              <a:buNone/>
            </a:pPr>
            <a:r>
              <a:t/>
            </a:r>
            <a:endParaRPr sz="1300"/>
          </a:p>
          <a:p>
            <a:pPr indent="-311150" lvl="0" marL="457200" rtl="0" algn="l">
              <a:lnSpc>
                <a:spcPct val="100000"/>
              </a:lnSpc>
              <a:spcBef>
                <a:spcPts val="0"/>
              </a:spcBef>
              <a:spcAft>
                <a:spcPts val="0"/>
              </a:spcAft>
              <a:buSzPts val="1300"/>
              <a:buChar char="●"/>
            </a:pPr>
            <a:r>
              <a:rPr lang="en" sz="1300"/>
              <a:t>Connaître la valeur de la statistique F.</a:t>
            </a:r>
            <a:endParaRPr sz="1300"/>
          </a:p>
          <a:p>
            <a:pPr indent="-311150" lvl="0" marL="457200" rtl="0" algn="l">
              <a:lnSpc>
                <a:spcPct val="100000"/>
              </a:lnSpc>
              <a:spcBef>
                <a:spcPts val="0"/>
              </a:spcBef>
              <a:spcAft>
                <a:spcPts val="0"/>
              </a:spcAft>
              <a:buSzPts val="1300"/>
              <a:buChar char="●"/>
            </a:pPr>
            <a:r>
              <a:rPr lang="en" sz="1300"/>
              <a:t>Connaître les deux degrés de liberté, DF1 pour les groupes et DF2 pour les erreurs.</a:t>
            </a:r>
            <a:endParaRPr sz="1300"/>
          </a:p>
          <a:p>
            <a:pPr indent="0" lvl="0" marL="0" rtl="0" algn="l">
              <a:lnSpc>
                <a:spcPct val="100000"/>
              </a:lnSpc>
              <a:spcBef>
                <a:spcPts val="0"/>
              </a:spcBef>
              <a:spcAft>
                <a:spcPts val="0"/>
              </a:spcAft>
              <a:buSzPts val="1200"/>
              <a:buNone/>
            </a:pPr>
            <a:r>
              <a:t/>
            </a:r>
            <a:endParaRPr b="1" sz="1300">
              <a:solidFill>
                <a:schemeClr val="dk2"/>
              </a:solidFill>
            </a:endParaRPr>
          </a:p>
          <a:p>
            <a:pPr indent="0" lvl="0" marL="457200" rtl="0" algn="l">
              <a:lnSpc>
                <a:spcPct val="100000"/>
              </a:lnSpc>
              <a:spcBef>
                <a:spcPts val="0"/>
              </a:spcBef>
              <a:spcAft>
                <a:spcPts val="0"/>
              </a:spcAft>
              <a:buSzPts val="1200"/>
              <a:buNone/>
            </a:pPr>
            <a:r>
              <a:t/>
            </a:r>
            <a:endParaRPr b="1" sz="1300"/>
          </a:p>
        </p:txBody>
      </p:sp>
      <p:pic>
        <p:nvPicPr>
          <p:cNvPr id="2696" name="Google Shape;2696;g2d0dd405f0b_0_36"/>
          <p:cNvPicPr preferRelativeResize="0"/>
          <p:nvPr/>
        </p:nvPicPr>
        <p:blipFill rotWithShape="1">
          <a:blip r:embed="rId3">
            <a:alphaModFix/>
          </a:blip>
          <a:srcRect b="0" l="0" r="0" t="0"/>
          <a:stretch/>
        </p:blipFill>
        <p:spPr>
          <a:xfrm>
            <a:off x="2614575" y="2502950"/>
            <a:ext cx="4181125" cy="25135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0" name="Shape 2700"/>
        <p:cNvGrpSpPr/>
        <p:nvPr/>
      </p:nvGrpSpPr>
      <p:grpSpPr>
        <a:xfrm>
          <a:off x="0" y="0"/>
          <a:ext cx="0" cy="0"/>
          <a:chOff x="0" y="0"/>
          <a:chExt cx="0" cy="0"/>
        </a:xfrm>
      </p:grpSpPr>
      <p:sp>
        <p:nvSpPr>
          <p:cNvPr id="2701" name="Google Shape;2701;p34"/>
          <p:cNvSpPr/>
          <p:nvPr/>
        </p:nvSpPr>
        <p:spPr>
          <a:xfrm>
            <a:off x="4609934" y="2141813"/>
            <a:ext cx="808200" cy="7221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02" name="Google Shape;2702;p34"/>
          <p:cNvSpPr txBox="1"/>
          <p:nvPr>
            <p:ph type="ctrTitle"/>
          </p:nvPr>
        </p:nvSpPr>
        <p:spPr>
          <a:xfrm>
            <a:off x="1044675" y="485988"/>
            <a:ext cx="4284000" cy="698700"/>
          </a:xfrm>
          <a:prstGeom prst="rect">
            <a:avLst/>
          </a:prstGeom>
          <a:noFill/>
          <a:ln>
            <a:noFill/>
          </a:ln>
          <a:effectLst>
            <a:outerShdw blurRad="85725" rotWithShape="0" algn="bl" dist="19050">
              <a:schemeClr val="lt2"/>
            </a:outerShdw>
          </a:effectLst>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200"/>
              <a:buNone/>
            </a:pPr>
            <a:r>
              <a:rPr lang="en"/>
              <a:t>Merci !</a:t>
            </a:r>
            <a:endParaRPr/>
          </a:p>
        </p:txBody>
      </p:sp>
      <p:sp>
        <p:nvSpPr>
          <p:cNvPr id="2703" name="Google Shape;2703;p34"/>
          <p:cNvSpPr txBox="1"/>
          <p:nvPr>
            <p:ph idx="1" type="subTitle"/>
          </p:nvPr>
        </p:nvSpPr>
        <p:spPr>
          <a:xfrm>
            <a:off x="1044675" y="1524675"/>
            <a:ext cx="3459900" cy="129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sz="1400" u="sng">
                <a:solidFill>
                  <a:schemeClr val="hlink"/>
                </a:solidFill>
                <a:hlinkClick r:id="rId3"/>
              </a:rPr>
              <a:t>horairyhakim@gmail.com</a:t>
            </a:r>
            <a:endParaRPr sz="1400"/>
          </a:p>
          <a:p>
            <a:pPr indent="0" lvl="0" marL="457200" rtl="0" algn="ctr">
              <a:lnSpc>
                <a:spcPct val="100000"/>
              </a:lnSpc>
              <a:spcBef>
                <a:spcPts val="0"/>
              </a:spcBef>
              <a:spcAft>
                <a:spcPts val="0"/>
              </a:spcAft>
              <a:buSzPts val="1800"/>
              <a:buNone/>
            </a:pPr>
            <a:r>
              <a:t/>
            </a:r>
            <a:endParaRPr sz="1400"/>
          </a:p>
          <a:p>
            <a:pPr indent="0" lvl="0" marL="457200" rtl="0" algn="ctr">
              <a:lnSpc>
                <a:spcPct val="100000"/>
              </a:lnSpc>
              <a:spcBef>
                <a:spcPts val="0"/>
              </a:spcBef>
              <a:spcAft>
                <a:spcPts val="0"/>
              </a:spcAft>
              <a:buSzPts val="1800"/>
              <a:buNone/>
            </a:pPr>
            <a:r>
              <a:t/>
            </a:r>
            <a:endParaRPr sz="1400"/>
          </a:p>
          <a:p>
            <a:pPr indent="0" lvl="0" marL="457200" rtl="0" algn="ctr">
              <a:lnSpc>
                <a:spcPct val="100000"/>
              </a:lnSpc>
              <a:spcBef>
                <a:spcPts val="0"/>
              </a:spcBef>
              <a:spcAft>
                <a:spcPts val="0"/>
              </a:spcAft>
              <a:buSzPts val="1800"/>
              <a:buNone/>
            </a:pPr>
            <a:r>
              <a:t/>
            </a:r>
            <a:endParaRPr sz="1400"/>
          </a:p>
          <a:p>
            <a:pPr indent="0" lvl="0" marL="0" rtl="0" algn="ctr">
              <a:lnSpc>
                <a:spcPct val="100000"/>
              </a:lnSpc>
              <a:spcBef>
                <a:spcPts val="0"/>
              </a:spcBef>
              <a:spcAft>
                <a:spcPts val="0"/>
              </a:spcAft>
              <a:buSzPts val="1800"/>
              <a:buNone/>
            </a:pPr>
            <a:r>
              <a:rPr lang="en" sz="1400"/>
              <a:t>https://www.linkedin.com/in/hakim-horairy</a:t>
            </a:r>
            <a:endParaRPr sz="1400"/>
          </a:p>
          <a:p>
            <a:pPr indent="0" lvl="0" marL="0" rtl="0" algn="ctr">
              <a:lnSpc>
                <a:spcPct val="100000"/>
              </a:lnSpc>
              <a:spcBef>
                <a:spcPts val="0"/>
              </a:spcBef>
              <a:spcAft>
                <a:spcPts val="0"/>
              </a:spcAft>
              <a:buSzPts val="1800"/>
              <a:buNone/>
            </a:pPr>
            <a:r>
              <a:rPr lang="en"/>
              <a:t> </a:t>
            </a:r>
            <a:endParaRPr/>
          </a:p>
        </p:txBody>
      </p:sp>
      <p:grpSp>
        <p:nvGrpSpPr>
          <p:cNvPr id="2704" name="Google Shape;2704;p34"/>
          <p:cNvGrpSpPr/>
          <p:nvPr/>
        </p:nvGrpSpPr>
        <p:grpSpPr>
          <a:xfrm>
            <a:off x="10064579" y="2360775"/>
            <a:ext cx="372298" cy="371305"/>
            <a:chOff x="1393971" y="2832599"/>
            <a:chExt cx="662099" cy="662099"/>
          </a:xfrm>
        </p:grpSpPr>
        <p:sp>
          <p:nvSpPr>
            <p:cNvPr id="2705" name="Google Shape;2705;p34"/>
            <p:cNvSpPr/>
            <p:nvPr/>
          </p:nvSpPr>
          <p:spPr>
            <a:xfrm>
              <a:off x="1393971" y="2832599"/>
              <a:ext cx="662099" cy="662099"/>
            </a:xfrm>
            <a:custGeom>
              <a:rect b="b" l="l" r="r" t="t"/>
              <a:pathLst>
                <a:path extrusionOk="0" h="26553" w="26553">
                  <a:moveTo>
                    <a:pt x="3536" y="0"/>
                  </a:moveTo>
                  <a:cubicBezTo>
                    <a:pt x="1568" y="0"/>
                    <a:pt x="0" y="1602"/>
                    <a:pt x="0" y="3536"/>
                  </a:cubicBezTo>
                  <a:lnTo>
                    <a:pt x="0" y="23050"/>
                  </a:lnTo>
                  <a:cubicBezTo>
                    <a:pt x="0" y="24985"/>
                    <a:pt x="1568" y="26553"/>
                    <a:pt x="3536" y="26553"/>
                  </a:cubicBezTo>
                  <a:lnTo>
                    <a:pt x="23017" y="26553"/>
                  </a:lnTo>
                  <a:cubicBezTo>
                    <a:pt x="24985" y="26553"/>
                    <a:pt x="26552" y="24985"/>
                    <a:pt x="26552" y="23050"/>
                  </a:cubicBezTo>
                  <a:lnTo>
                    <a:pt x="26552" y="3536"/>
                  </a:lnTo>
                  <a:cubicBezTo>
                    <a:pt x="26552" y="1602"/>
                    <a:pt x="24985" y="0"/>
                    <a:pt x="23017" y="0"/>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6" name="Google Shape;2706;p34"/>
            <p:cNvSpPr/>
            <p:nvPr/>
          </p:nvSpPr>
          <p:spPr>
            <a:xfrm>
              <a:off x="1543693" y="2982321"/>
              <a:ext cx="362680" cy="362680"/>
            </a:xfrm>
            <a:custGeom>
              <a:rect b="b" l="l" r="r" t="t"/>
              <a:pathLst>
                <a:path extrusionOk="0" h="14545" w="14545">
                  <a:moveTo>
                    <a:pt x="7272" y="1302"/>
                  </a:moveTo>
                  <a:cubicBezTo>
                    <a:pt x="9207" y="1302"/>
                    <a:pt x="9441" y="1335"/>
                    <a:pt x="10208" y="1368"/>
                  </a:cubicBezTo>
                  <a:cubicBezTo>
                    <a:pt x="10942" y="1402"/>
                    <a:pt x="11309" y="1502"/>
                    <a:pt x="11575" y="1602"/>
                  </a:cubicBezTo>
                  <a:cubicBezTo>
                    <a:pt x="11909" y="1735"/>
                    <a:pt x="12142" y="1902"/>
                    <a:pt x="12409" y="2169"/>
                  </a:cubicBezTo>
                  <a:cubicBezTo>
                    <a:pt x="12676" y="2403"/>
                    <a:pt x="12810" y="2636"/>
                    <a:pt x="12943" y="3003"/>
                  </a:cubicBezTo>
                  <a:cubicBezTo>
                    <a:pt x="13043" y="3236"/>
                    <a:pt x="13177" y="3637"/>
                    <a:pt x="13210" y="4337"/>
                  </a:cubicBezTo>
                  <a:cubicBezTo>
                    <a:pt x="13243" y="5104"/>
                    <a:pt x="13243" y="5338"/>
                    <a:pt x="13243" y="7273"/>
                  </a:cubicBezTo>
                  <a:cubicBezTo>
                    <a:pt x="13243" y="9241"/>
                    <a:pt x="13243" y="9474"/>
                    <a:pt x="13210" y="10241"/>
                  </a:cubicBezTo>
                  <a:cubicBezTo>
                    <a:pt x="13177" y="10942"/>
                    <a:pt x="13043" y="11342"/>
                    <a:pt x="12943" y="11576"/>
                  </a:cubicBezTo>
                  <a:cubicBezTo>
                    <a:pt x="12810" y="11909"/>
                    <a:pt x="12676" y="12176"/>
                    <a:pt x="12409" y="12410"/>
                  </a:cubicBezTo>
                  <a:cubicBezTo>
                    <a:pt x="12142" y="12677"/>
                    <a:pt x="11909" y="12843"/>
                    <a:pt x="11575" y="12977"/>
                  </a:cubicBezTo>
                  <a:cubicBezTo>
                    <a:pt x="11309" y="13077"/>
                    <a:pt x="10942" y="13177"/>
                    <a:pt x="10208" y="13210"/>
                  </a:cubicBezTo>
                  <a:cubicBezTo>
                    <a:pt x="9441" y="13244"/>
                    <a:pt x="9207" y="13244"/>
                    <a:pt x="7272" y="13244"/>
                  </a:cubicBezTo>
                  <a:cubicBezTo>
                    <a:pt x="5338" y="13244"/>
                    <a:pt x="5104" y="13244"/>
                    <a:pt x="4337" y="13210"/>
                  </a:cubicBezTo>
                  <a:cubicBezTo>
                    <a:pt x="3636" y="13177"/>
                    <a:pt x="3236" y="13077"/>
                    <a:pt x="2969" y="12977"/>
                  </a:cubicBezTo>
                  <a:cubicBezTo>
                    <a:pt x="2636" y="12843"/>
                    <a:pt x="2402" y="12677"/>
                    <a:pt x="2135" y="12410"/>
                  </a:cubicBezTo>
                  <a:cubicBezTo>
                    <a:pt x="1902" y="12176"/>
                    <a:pt x="1735" y="11909"/>
                    <a:pt x="1602" y="11576"/>
                  </a:cubicBezTo>
                  <a:cubicBezTo>
                    <a:pt x="1502" y="11309"/>
                    <a:pt x="1368" y="10942"/>
                    <a:pt x="1335" y="10241"/>
                  </a:cubicBezTo>
                  <a:cubicBezTo>
                    <a:pt x="1301" y="9474"/>
                    <a:pt x="1301" y="9241"/>
                    <a:pt x="1301" y="7273"/>
                  </a:cubicBezTo>
                  <a:cubicBezTo>
                    <a:pt x="1301" y="5338"/>
                    <a:pt x="1301" y="5104"/>
                    <a:pt x="1335" y="4337"/>
                  </a:cubicBezTo>
                  <a:cubicBezTo>
                    <a:pt x="1368" y="3637"/>
                    <a:pt x="1502" y="3236"/>
                    <a:pt x="1602" y="3003"/>
                  </a:cubicBezTo>
                  <a:cubicBezTo>
                    <a:pt x="1735" y="2669"/>
                    <a:pt x="1902" y="2403"/>
                    <a:pt x="2135" y="2169"/>
                  </a:cubicBezTo>
                  <a:cubicBezTo>
                    <a:pt x="2402" y="1902"/>
                    <a:pt x="2636" y="1735"/>
                    <a:pt x="2969" y="1602"/>
                  </a:cubicBezTo>
                  <a:cubicBezTo>
                    <a:pt x="3236" y="1502"/>
                    <a:pt x="3636" y="1402"/>
                    <a:pt x="4337" y="1368"/>
                  </a:cubicBezTo>
                  <a:cubicBezTo>
                    <a:pt x="5104" y="1335"/>
                    <a:pt x="5338" y="1302"/>
                    <a:pt x="7272" y="1302"/>
                  </a:cubicBezTo>
                  <a:close/>
                  <a:moveTo>
                    <a:pt x="7272" y="1"/>
                  </a:moveTo>
                  <a:cubicBezTo>
                    <a:pt x="5304" y="1"/>
                    <a:pt x="5037" y="1"/>
                    <a:pt x="4270" y="34"/>
                  </a:cubicBezTo>
                  <a:cubicBezTo>
                    <a:pt x="3503" y="68"/>
                    <a:pt x="2969" y="201"/>
                    <a:pt x="2502" y="368"/>
                  </a:cubicBezTo>
                  <a:cubicBezTo>
                    <a:pt x="2035" y="568"/>
                    <a:pt x="1635" y="801"/>
                    <a:pt x="1201" y="1235"/>
                  </a:cubicBezTo>
                  <a:cubicBezTo>
                    <a:pt x="801" y="1635"/>
                    <a:pt x="568" y="2036"/>
                    <a:pt x="367" y="2503"/>
                  </a:cubicBezTo>
                  <a:cubicBezTo>
                    <a:pt x="201" y="2970"/>
                    <a:pt x="67" y="3503"/>
                    <a:pt x="34" y="4271"/>
                  </a:cubicBezTo>
                  <a:cubicBezTo>
                    <a:pt x="0" y="5038"/>
                    <a:pt x="0" y="5305"/>
                    <a:pt x="0" y="7273"/>
                  </a:cubicBezTo>
                  <a:cubicBezTo>
                    <a:pt x="0" y="9241"/>
                    <a:pt x="0" y="9508"/>
                    <a:pt x="34" y="10275"/>
                  </a:cubicBezTo>
                  <a:cubicBezTo>
                    <a:pt x="67" y="11042"/>
                    <a:pt x="201" y="11576"/>
                    <a:pt x="367" y="12043"/>
                  </a:cubicBezTo>
                  <a:cubicBezTo>
                    <a:pt x="568" y="12543"/>
                    <a:pt x="801" y="12943"/>
                    <a:pt x="1201" y="13344"/>
                  </a:cubicBezTo>
                  <a:cubicBezTo>
                    <a:pt x="1635" y="13744"/>
                    <a:pt x="2035" y="13977"/>
                    <a:pt x="2502" y="14178"/>
                  </a:cubicBezTo>
                  <a:cubicBezTo>
                    <a:pt x="2969" y="14344"/>
                    <a:pt x="3503" y="14478"/>
                    <a:pt x="4270" y="14511"/>
                  </a:cubicBezTo>
                  <a:cubicBezTo>
                    <a:pt x="5037" y="14545"/>
                    <a:pt x="5304" y="14545"/>
                    <a:pt x="7272" y="14545"/>
                  </a:cubicBezTo>
                  <a:cubicBezTo>
                    <a:pt x="9240" y="14545"/>
                    <a:pt x="9507" y="14545"/>
                    <a:pt x="10274" y="14511"/>
                  </a:cubicBezTo>
                  <a:cubicBezTo>
                    <a:pt x="11042" y="14478"/>
                    <a:pt x="11575" y="14344"/>
                    <a:pt x="12042" y="14178"/>
                  </a:cubicBezTo>
                  <a:cubicBezTo>
                    <a:pt x="12509" y="13977"/>
                    <a:pt x="12943" y="13744"/>
                    <a:pt x="13343" y="13344"/>
                  </a:cubicBezTo>
                  <a:cubicBezTo>
                    <a:pt x="13744" y="12943"/>
                    <a:pt x="13977" y="12543"/>
                    <a:pt x="14177" y="12043"/>
                  </a:cubicBezTo>
                  <a:cubicBezTo>
                    <a:pt x="14344" y="11576"/>
                    <a:pt x="14477" y="11042"/>
                    <a:pt x="14511" y="10275"/>
                  </a:cubicBezTo>
                  <a:cubicBezTo>
                    <a:pt x="14544" y="9508"/>
                    <a:pt x="14544" y="9241"/>
                    <a:pt x="14544" y="7273"/>
                  </a:cubicBezTo>
                  <a:cubicBezTo>
                    <a:pt x="14544" y="5305"/>
                    <a:pt x="14544" y="5038"/>
                    <a:pt x="14511" y="4271"/>
                  </a:cubicBezTo>
                  <a:cubicBezTo>
                    <a:pt x="14477" y="3503"/>
                    <a:pt x="14344" y="2970"/>
                    <a:pt x="14177" y="2503"/>
                  </a:cubicBezTo>
                  <a:cubicBezTo>
                    <a:pt x="13977" y="2036"/>
                    <a:pt x="13744" y="1635"/>
                    <a:pt x="13343" y="1235"/>
                  </a:cubicBezTo>
                  <a:cubicBezTo>
                    <a:pt x="12943" y="801"/>
                    <a:pt x="12509" y="568"/>
                    <a:pt x="12042" y="368"/>
                  </a:cubicBezTo>
                  <a:cubicBezTo>
                    <a:pt x="11575" y="201"/>
                    <a:pt x="11042" y="68"/>
                    <a:pt x="10274" y="34"/>
                  </a:cubicBezTo>
                  <a:cubicBezTo>
                    <a:pt x="9507" y="1"/>
                    <a:pt x="9240" y="1"/>
                    <a:pt x="7272"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7" name="Google Shape;2707;p34"/>
            <p:cNvSpPr/>
            <p:nvPr/>
          </p:nvSpPr>
          <p:spPr>
            <a:xfrm>
              <a:off x="1631870" y="3070498"/>
              <a:ext cx="186339" cy="187162"/>
            </a:xfrm>
            <a:custGeom>
              <a:rect b="b" l="l" r="r" t="t"/>
              <a:pathLst>
                <a:path extrusionOk="0" h="7506" w="7473">
                  <a:moveTo>
                    <a:pt x="3736" y="1335"/>
                  </a:moveTo>
                  <a:cubicBezTo>
                    <a:pt x="5071" y="1335"/>
                    <a:pt x="6171" y="2402"/>
                    <a:pt x="6171" y="3737"/>
                  </a:cubicBezTo>
                  <a:cubicBezTo>
                    <a:pt x="6171" y="5104"/>
                    <a:pt x="5071" y="6172"/>
                    <a:pt x="3736" y="6172"/>
                  </a:cubicBezTo>
                  <a:cubicBezTo>
                    <a:pt x="2402" y="6172"/>
                    <a:pt x="1301" y="5071"/>
                    <a:pt x="1301" y="3737"/>
                  </a:cubicBezTo>
                  <a:cubicBezTo>
                    <a:pt x="1301" y="2402"/>
                    <a:pt x="2402" y="1335"/>
                    <a:pt x="3736" y="1335"/>
                  </a:cubicBezTo>
                  <a:close/>
                  <a:moveTo>
                    <a:pt x="3736" y="1"/>
                  </a:moveTo>
                  <a:cubicBezTo>
                    <a:pt x="1668" y="1"/>
                    <a:pt x="0" y="1669"/>
                    <a:pt x="0" y="3737"/>
                  </a:cubicBezTo>
                  <a:cubicBezTo>
                    <a:pt x="0" y="5805"/>
                    <a:pt x="1668" y="7506"/>
                    <a:pt x="3736" y="7506"/>
                  </a:cubicBezTo>
                  <a:cubicBezTo>
                    <a:pt x="5804" y="7506"/>
                    <a:pt x="7472" y="5805"/>
                    <a:pt x="7472" y="3737"/>
                  </a:cubicBezTo>
                  <a:cubicBezTo>
                    <a:pt x="7472" y="1669"/>
                    <a:pt x="5804" y="1"/>
                    <a:pt x="3736"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08" name="Google Shape;2708;p34"/>
          <p:cNvGrpSpPr/>
          <p:nvPr/>
        </p:nvGrpSpPr>
        <p:grpSpPr>
          <a:xfrm>
            <a:off x="4827865" y="2297567"/>
            <a:ext cx="372298" cy="371317"/>
            <a:chOff x="3024350" y="3827842"/>
            <a:chExt cx="662099" cy="662947"/>
          </a:xfrm>
        </p:grpSpPr>
        <p:sp>
          <p:nvSpPr>
            <p:cNvPr id="2709" name="Google Shape;2709;p34"/>
            <p:cNvSpPr/>
            <p:nvPr/>
          </p:nvSpPr>
          <p:spPr>
            <a:xfrm>
              <a:off x="3024350" y="3827842"/>
              <a:ext cx="662099" cy="662947"/>
            </a:xfrm>
            <a:custGeom>
              <a:rect b="b" l="l" r="r" t="t"/>
              <a:pathLst>
                <a:path extrusionOk="0" h="26587" w="26553">
                  <a:moveTo>
                    <a:pt x="3536" y="1"/>
                  </a:moveTo>
                  <a:cubicBezTo>
                    <a:pt x="1568" y="1"/>
                    <a:pt x="0" y="1602"/>
                    <a:pt x="0" y="3536"/>
                  </a:cubicBezTo>
                  <a:lnTo>
                    <a:pt x="0" y="23050"/>
                  </a:lnTo>
                  <a:cubicBezTo>
                    <a:pt x="0" y="24985"/>
                    <a:pt x="1568" y="26586"/>
                    <a:pt x="3536" y="26586"/>
                  </a:cubicBezTo>
                  <a:lnTo>
                    <a:pt x="23017" y="26586"/>
                  </a:lnTo>
                  <a:cubicBezTo>
                    <a:pt x="24951" y="26586"/>
                    <a:pt x="26552" y="24985"/>
                    <a:pt x="26552" y="23050"/>
                  </a:cubicBezTo>
                  <a:lnTo>
                    <a:pt x="26552" y="3536"/>
                  </a:lnTo>
                  <a:cubicBezTo>
                    <a:pt x="26552" y="1602"/>
                    <a:pt x="24951" y="1"/>
                    <a:pt x="23017"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0" name="Google Shape;2710;p34"/>
            <p:cNvSpPr/>
            <p:nvPr/>
          </p:nvSpPr>
          <p:spPr>
            <a:xfrm>
              <a:off x="3204844" y="4085716"/>
              <a:ext cx="69070" cy="221273"/>
            </a:xfrm>
            <a:custGeom>
              <a:rect b="b" l="l" r="r" t="t"/>
              <a:pathLst>
                <a:path extrusionOk="0" h="8874" w="2770">
                  <a:moveTo>
                    <a:pt x="1" y="0"/>
                  </a:moveTo>
                  <a:lnTo>
                    <a:pt x="1" y="8873"/>
                  </a:lnTo>
                  <a:lnTo>
                    <a:pt x="2769" y="8873"/>
                  </a:lnTo>
                  <a:lnTo>
                    <a:pt x="2769" y="0"/>
                  </a:ln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1" name="Google Shape;2711;p34"/>
            <p:cNvSpPr/>
            <p:nvPr/>
          </p:nvSpPr>
          <p:spPr>
            <a:xfrm>
              <a:off x="3198186" y="3975070"/>
              <a:ext cx="81537" cy="81537"/>
            </a:xfrm>
            <a:custGeom>
              <a:rect b="b" l="l" r="r" t="t"/>
              <a:pathLst>
                <a:path extrusionOk="0" h="3270" w="3270">
                  <a:moveTo>
                    <a:pt x="1635" y="1"/>
                  </a:moveTo>
                  <a:cubicBezTo>
                    <a:pt x="735" y="1"/>
                    <a:pt x="1" y="735"/>
                    <a:pt x="1" y="1635"/>
                  </a:cubicBezTo>
                  <a:cubicBezTo>
                    <a:pt x="1" y="2536"/>
                    <a:pt x="735" y="3270"/>
                    <a:pt x="1635" y="3270"/>
                  </a:cubicBezTo>
                  <a:cubicBezTo>
                    <a:pt x="2536" y="3270"/>
                    <a:pt x="3270" y="2536"/>
                    <a:pt x="3270" y="1635"/>
                  </a:cubicBezTo>
                  <a:cubicBezTo>
                    <a:pt x="3270" y="735"/>
                    <a:pt x="2536" y="1"/>
                    <a:pt x="1635"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2" name="Google Shape;2712;p34"/>
            <p:cNvSpPr/>
            <p:nvPr/>
          </p:nvSpPr>
          <p:spPr>
            <a:xfrm>
              <a:off x="3317135" y="4079057"/>
              <a:ext cx="212970" cy="227931"/>
            </a:xfrm>
            <a:custGeom>
              <a:rect b="b" l="l" r="r" t="t"/>
              <a:pathLst>
                <a:path extrusionOk="0" h="9141" w="8541">
                  <a:moveTo>
                    <a:pt x="5338" y="1"/>
                  </a:moveTo>
                  <a:cubicBezTo>
                    <a:pt x="3437" y="1"/>
                    <a:pt x="2636" y="1468"/>
                    <a:pt x="2636" y="1468"/>
                  </a:cubicBezTo>
                  <a:lnTo>
                    <a:pt x="2636" y="267"/>
                  </a:lnTo>
                  <a:lnTo>
                    <a:pt x="1" y="267"/>
                  </a:lnTo>
                  <a:lnTo>
                    <a:pt x="1" y="9140"/>
                  </a:lnTo>
                  <a:lnTo>
                    <a:pt x="2636" y="9140"/>
                  </a:lnTo>
                  <a:lnTo>
                    <a:pt x="2636" y="4470"/>
                  </a:lnTo>
                  <a:cubicBezTo>
                    <a:pt x="2636" y="3236"/>
                    <a:pt x="3237" y="2469"/>
                    <a:pt x="4337" y="2469"/>
                  </a:cubicBezTo>
                  <a:cubicBezTo>
                    <a:pt x="5338" y="2469"/>
                    <a:pt x="5805" y="3203"/>
                    <a:pt x="5805" y="4470"/>
                  </a:cubicBezTo>
                  <a:lnTo>
                    <a:pt x="5805" y="9140"/>
                  </a:lnTo>
                  <a:lnTo>
                    <a:pt x="8540" y="9140"/>
                  </a:lnTo>
                  <a:lnTo>
                    <a:pt x="8540" y="3503"/>
                  </a:lnTo>
                  <a:cubicBezTo>
                    <a:pt x="8540" y="1135"/>
                    <a:pt x="7206" y="1"/>
                    <a:pt x="5338"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13" name="Google Shape;2713;p34"/>
          <p:cNvSpPr/>
          <p:nvPr/>
        </p:nvSpPr>
        <p:spPr>
          <a:xfrm>
            <a:off x="4591509" y="1321863"/>
            <a:ext cx="808200" cy="722100"/>
          </a:xfrm>
          <a:prstGeom prst="hexagon">
            <a:avLst>
              <a:gd fmla="val 25000" name="adj"/>
              <a:gd fmla="val 115470" name="vf"/>
            </a:avLst>
          </a:prstGeom>
          <a:solidFill>
            <a:schemeClr val="lt1"/>
          </a:solidFill>
          <a:ln>
            <a:noFill/>
          </a:ln>
          <a:effectLst>
            <a:outerShdw blurRad="142875" rotWithShape="0" algn="bl">
              <a:schemeClr val="lt2"/>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14" name="Google Shape;2714;p34"/>
          <p:cNvSpPr/>
          <p:nvPr/>
        </p:nvSpPr>
        <p:spPr>
          <a:xfrm>
            <a:off x="4809440" y="1477617"/>
            <a:ext cx="372273" cy="371287"/>
          </a:xfrm>
          <a:custGeom>
            <a:rect b="b" l="l" r="r" t="t"/>
            <a:pathLst>
              <a:path extrusionOk="0" h="26587" w="26553">
                <a:moveTo>
                  <a:pt x="3536" y="1"/>
                </a:moveTo>
                <a:cubicBezTo>
                  <a:pt x="1568" y="1"/>
                  <a:pt x="0" y="1602"/>
                  <a:pt x="0" y="3536"/>
                </a:cubicBezTo>
                <a:lnTo>
                  <a:pt x="0" y="23050"/>
                </a:lnTo>
                <a:cubicBezTo>
                  <a:pt x="0" y="24985"/>
                  <a:pt x="1568" y="26586"/>
                  <a:pt x="3536" y="26586"/>
                </a:cubicBezTo>
                <a:lnTo>
                  <a:pt x="23017" y="26586"/>
                </a:lnTo>
                <a:cubicBezTo>
                  <a:pt x="24951" y="26586"/>
                  <a:pt x="26552" y="24985"/>
                  <a:pt x="26552" y="23050"/>
                </a:cubicBezTo>
                <a:lnTo>
                  <a:pt x="26552" y="3536"/>
                </a:lnTo>
                <a:cubicBezTo>
                  <a:pt x="26552" y="1602"/>
                  <a:pt x="24951" y="1"/>
                  <a:pt x="23017"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5" name="Google Shape;2715;p34"/>
          <p:cNvSpPr txBox="1"/>
          <p:nvPr/>
        </p:nvSpPr>
        <p:spPr>
          <a:xfrm>
            <a:off x="4832475" y="1415475"/>
            <a:ext cx="198000" cy="23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accent6"/>
                </a:solidFill>
                <a:latin typeface="Assistant"/>
                <a:ea typeface="Assistant"/>
                <a:cs typeface="Assistant"/>
                <a:sym typeface="Assistant"/>
              </a:rPr>
              <a:t>G</a:t>
            </a:r>
            <a:endParaRPr b="1" i="0" sz="1800" u="none" cap="none" strike="noStrike">
              <a:solidFill>
                <a:schemeClr val="accent6"/>
              </a:solidFill>
              <a:latin typeface="Assistant"/>
              <a:ea typeface="Assistant"/>
              <a:cs typeface="Assistant"/>
              <a:sym typeface="Assistan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gineering Major for College: Civil Engineering by Slidesgo">
  <a:themeElements>
    <a:clrScheme name="Simple Light">
      <a:dk1>
        <a:srgbClr val="FFFFFF"/>
      </a:dk1>
      <a:lt1>
        <a:srgbClr val="1B1B21"/>
      </a:lt1>
      <a:dk2>
        <a:srgbClr val="FFBD33"/>
      </a:dk2>
      <a:lt2>
        <a:srgbClr val="60BBF5"/>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ngineering Major for College: Civil Engineering by Slidesgo">
  <a:themeElements>
    <a:clrScheme name="Simple Light">
      <a:dk1>
        <a:srgbClr val="FFFFFF"/>
      </a:dk1>
      <a:lt1>
        <a:srgbClr val="1B1B21"/>
      </a:lt1>
      <a:dk2>
        <a:srgbClr val="FFBD33"/>
      </a:dk2>
      <a:lt2>
        <a:srgbClr val="60BBF5"/>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